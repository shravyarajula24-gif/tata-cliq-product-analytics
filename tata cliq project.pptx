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66" r:id="rId3"/>
    <p:sldId id="258" r:id="rId4"/>
    <p:sldId id="268" r:id="rId5"/>
    <p:sldId id="263" r:id="rId6"/>
    <p:sldId id="264" r:id="rId7"/>
    <p:sldId id="271" r:id="rId8"/>
    <p:sldId id="278" r:id="rId9"/>
    <p:sldId id="269" r:id="rId10"/>
    <p:sldId id="274" r:id="rId11"/>
    <p:sldId id="270" r:id="rId12"/>
    <p:sldId id="275" r:id="rId13"/>
    <p:sldId id="273" r:id="rId14"/>
    <p:sldId id="279" r:id="rId15"/>
    <p:sldId id="272" r:id="rId16"/>
    <p:sldId id="276" r:id="rId17"/>
    <p:sldId id="265" r:id="rId18"/>
    <p:sldId id="259" r:id="rId19"/>
  </p:sldIdLst>
  <p:sldSz cx="12192000" cy="6858000"/>
  <p:notesSz cx="6858000" cy="9144000"/>
  <p:embeddedFontLst>
    <p:embeddedFont>
      <p:font typeface="Libre Baskerville" panose="02000000000000000000" pitchFamily="2" charset="0"/>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5CDF3-EDFA-4D1A-ABC2-D43056D255E2}" v="43" dt="2026-10-10T07:20:32.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p:cViewPr varScale="1">
        <p:scale>
          <a:sx n="78" d="100"/>
          <a:sy n="78" d="100"/>
        </p:scale>
        <p:origin x="91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vya satish" userId="681209b45debafe4" providerId="LiveId" clId="{FDDEF86A-07C0-4F5D-AE59-3973ED9F5569}"/>
    <pc:docChg chg="undo redo custSel addSld delSld modSld sldOrd">
      <pc:chgData name="shravya satish" userId="681209b45debafe4" providerId="LiveId" clId="{FDDEF86A-07C0-4F5D-AE59-3973ED9F5569}" dt="2026-10-10T07:20:38.541" v="822"/>
      <pc:docMkLst>
        <pc:docMk/>
      </pc:docMkLst>
      <pc:sldChg chg="modSp mod">
        <pc:chgData name="shravya satish" userId="681209b45debafe4" providerId="LiveId" clId="{FDDEF86A-07C0-4F5D-AE59-3973ED9F5569}" dt="2026-10-10T06:35:16.908" v="813" actId="20577"/>
        <pc:sldMkLst>
          <pc:docMk/>
          <pc:sldMk cId="0" sldId="256"/>
        </pc:sldMkLst>
        <pc:spChg chg="mod">
          <ac:chgData name="shravya satish" userId="681209b45debafe4" providerId="LiveId" clId="{FDDEF86A-07C0-4F5D-AE59-3973ED9F5569}" dt="2026-10-09T18:20:33.751" v="516" actId="1076"/>
          <ac:spMkLst>
            <pc:docMk/>
            <pc:sldMk cId="0" sldId="256"/>
            <ac:spMk id="2" creationId="{A81D9869-DE0C-1022-DFD6-3654A8913658}"/>
          </ac:spMkLst>
        </pc:spChg>
        <pc:spChg chg="mod">
          <ac:chgData name="shravya satish" userId="681209b45debafe4" providerId="LiveId" clId="{FDDEF86A-07C0-4F5D-AE59-3973ED9F5569}" dt="2026-10-10T06:35:16.908" v="813" actId="20577"/>
          <ac:spMkLst>
            <pc:docMk/>
            <pc:sldMk cId="0" sldId="256"/>
            <ac:spMk id="99" creationId="{00000000-0000-0000-0000-000000000000}"/>
          </ac:spMkLst>
        </pc:spChg>
      </pc:sldChg>
      <pc:sldChg chg="modSp mod">
        <pc:chgData name="shravya satish" userId="681209b45debafe4" providerId="LiveId" clId="{FDDEF86A-07C0-4F5D-AE59-3973ED9F5569}" dt="2026-10-10T07:20:33.797" v="820" actId="27636"/>
        <pc:sldMkLst>
          <pc:docMk/>
          <pc:sldMk cId="0" sldId="258"/>
        </pc:sldMkLst>
        <pc:spChg chg="mod">
          <ac:chgData name="shravya satish" userId="681209b45debafe4" providerId="LiveId" clId="{FDDEF86A-07C0-4F5D-AE59-3973ED9F5569}" dt="2026-10-10T07:20:33.797" v="820" actId="27636"/>
          <ac:spMkLst>
            <pc:docMk/>
            <pc:sldMk cId="0" sldId="258"/>
            <ac:spMk id="111" creationId="{00000000-0000-0000-0000-000000000000}"/>
          </ac:spMkLst>
        </pc:spChg>
      </pc:sldChg>
      <pc:sldChg chg="delSp modSp mod">
        <pc:chgData name="shravya satish" userId="681209b45debafe4" providerId="LiveId" clId="{FDDEF86A-07C0-4F5D-AE59-3973ED9F5569}" dt="2026-10-07T16:37:10.093" v="109" actId="1076"/>
        <pc:sldMkLst>
          <pc:docMk/>
          <pc:sldMk cId="1594756730" sldId="265"/>
        </pc:sldMkLst>
        <pc:spChg chg="mod">
          <ac:chgData name="shravya satish" userId="681209b45debafe4" providerId="LiveId" clId="{FDDEF86A-07C0-4F5D-AE59-3973ED9F5569}" dt="2026-10-07T16:37:10.093" v="109" actId="1076"/>
          <ac:spMkLst>
            <pc:docMk/>
            <pc:sldMk cId="1594756730" sldId="265"/>
            <ac:spMk id="3" creationId="{01DC51C0-6898-BCB1-1B15-9E24A6149F49}"/>
          </ac:spMkLst>
        </pc:spChg>
      </pc:sldChg>
      <pc:sldChg chg="addSp delSp modSp mod">
        <pc:chgData name="shravya satish" userId="681209b45debafe4" providerId="LiveId" clId="{FDDEF86A-07C0-4F5D-AE59-3973ED9F5569}" dt="2026-10-10T04:51:26.458" v="786" actId="478"/>
        <pc:sldMkLst>
          <pc:docMk/>
          <pc:sldMk cId="2336397126" sldId="266"/>
        </pc:sldMkLst>
        <pc:spChg chg="add del mod">
          <ac:chgData name="shravya satish" userId="681209b45debafe4" providerId="LiveId" clId="{FDDEF86A-07C0-4F5D-AE59-3973ED9F5569}" dt="2026-10-10T04:51:20.404" v="784" actId="478"/>
          <ac:spMkLst>
            <pc:docMk/>
            <pc:sldMk cId="2336397126" sldId="266"/>
            <ac:spMk id="4" creationId="{9A1CBD7B-F2E7-F51E-DA1A-5590D4A4B201}"/>
          </ac:spMkLst>
        </pc:spChg>
        <pc:spChg chg="add del mod">
          <ac:chgData name="shravya satish" userId="681209b45debafe4" providerId="LiveId" clId="{FDDEF86A-07C0-4F5D-AE59-3973ED9F5569}" dt="2026-10-10T04:51:26.458" v="786" actId="478"/>
          <ac:spMkLst>
            <pc:docMk/>
            <pc:sldMk cId="2336397126" sldId="266"/>
            <ac:spMk id="5" creationId="{68EF975E-7A4A-88FC-E6ED-C928BDCE7F6B}"/>
          </ac:spMkLst>
        </pc:spChg>
      </pc:sldChg>
      <pc:sldChg chg="del">
        <pc:chgData name="shravya satish" userId="681209b45debafe4" providerId="LiveId" clId="{FDDEF86A-07C0-4F5D-AE59-3973ED9F5569}" dt="2026-10-09T18:18:16.060" v="507" actId="2696"/>
        <pc:sldMkLst>
          <pc:docMk/>
          <pc:sldMk cId="452781708" sldId="267"/>
        </pc:sldMkLst>
      </pc:sldChg>
      <pc:sldChg chg="modSp mod ord">
        <pc:chgData name="shravya satish" userId="681209b45debafe4" providerId="LiveId" clId="{FDDEF86A-07C0-4F5D-AE59-3973ED9F5569}" dt="2026-10-10T07:20:38.541" v="822"/>
        <pc:sldMkLst>
          <pc:docMk/>
          <pc:sldMk cId="485808459" sldId="268"/>
        </pc:sldMkLst>
        <pc:spChg chg="mod">
          <ac:chgData name="shravya satish" userId="681209b45debafe4" providerId="LiveId" clId="{FDDEF86A-07C0-4F5D-AE59-3973ED9F5569}" dt="2026-10-09T18:31:27.327" v="517" actId="20577"/>
          <ac:spMkLst>
            <pc:docMk/>
            <pc:sldMk cId="485808459" sldId="268"/>
            <ac:spMk id="3" creationId="{5DE59A34-2869-2759-EA1D-288A30A4B1F2}"/>
          </ac:spMkLst>
        </pc:spChg>
      </pc:sldChg>
      <pc:sldChg chg="addSp delSp modSp mod">
        <pc:chgData name="shravya satish" userId="681209b45debafe4" providerId="LiveId" clId="{FDDEF86A-07C0-4F5D-AE59-3973ED9F5569}" dt="2026-10-09T19:15:54.852" v="628" actId="20577"/>
        <pc:sldMkLst>
          <pc:docMk/>
          <pc:sldMk cId="4132532620" sldId="269"/>
        </pc:sldMkLst>
        <pc:spChg chg="mod">
          <ac:chgData name="shravya satish" userId="681209b45debafe4" providerId="LiveId" clId="{FDDEF86A-07C0-4F5D-AE59-3973ED9F5569}" dt="2026-10-09T17:54:18.031" v="349" actId="20577"/>
          <ac:spMkLst>
            <pc:docMk/>
            <pc:sldMk cId="4132532620" sldId="269"/>
            <ac:spMk id="3" creationId="{A8D45E57-8BF7-FCF1-C493-F02D8FBB686A}"/>
          </ac:spMkLst>
        </pc:spChg>
        <pc:spChg chg="mod">
          <ac:chgData name="shravya satish" userId="681209b45debafe4" providerId="LiveId" clId="{FDDEF86A-07C0-4F5D-AE59-3973ED9F5569}" dt="2026-10-09T19:15:54.852" v="628" actId="20577"/>
          <ac:spMkLst>
            <pc:docMk/>
            <pc:sldMk cId="4132532620" sldId="269"/>
            <ac:spMk id="13" creationId="{02880D63-B755-9A93-D261-668E3FDE9965}"/>
          </ac:spMkLst>
        </pc:spChg>
        <pc:picChg chg="add mod">
          <ac:chgData name="shravya satish" userId="681209b45debafe4" providerId="LiveId" clId="{FDDEF86A-07C0-4F5D-AE59-3973ED9F5569}" dt="2026-10-09T19:08:45.945" v="590" actId="1076"/>
          <ac:picMkLst>
            <pc:docMk/>
            <pc:sldMk cId="4132532620" sldId="269"/>
            <ac:picMk id="5" creationId="{8BC4D9B5-0CE9-A825-EB22-1B49AEF20104}"/>
          </ac:picMkLst>
        </pc:picChg>
      </pc:sldChg>
      <pc:sldChg chg="addSp delSp modSp mod">
        <pc:chgData name="shravya satish" userId="681209b45debafe4" providerId="LiveId" clId="{FDDEF86A-07C0-4F5D-AE59-3973ED9F5569}" dt="2026-10-09T19:12:46.488" v="619" actId="20577"/>
        <pc:sldMkLst>
          <pc:docMk/>
          <pc:sldMk cId="1821465027" sldId="270"/>
        </pc:sldMkLst>
        <pc:spChg chg="mod">
          <ac:chgData name="shravya satish" userId="681209b45debafe4" providerId="LiveId" clId="{FDDEF86A-07C0-4F5D-AE59-3973ED9F5569}" dt="2026-10-09T18:03:13.676" v="425"/>
          <ac:spMkLst>
            <pc:docMk/>
            <pc:sldMk cId="1821465027" sldId="270"/>
            <ac:spMk id="3" creationId="{606866FD-EDE0-E8E3-9D50-DB53AA276E3B}"/>
          </ac:spMkLst>
        </pc:spChg>
        <pc:spChg chg="mod">
          <ac:chgData name="shravya satish" userId="681209b45debafe4" providerId="LiveId" clId="{FDDEF86A-07C0-4F5D-AE59-3973ED9F5569}" dt="2026-10-09T19:12:46.488" v="619" actId="20577"/>
          <ac:spMkLst>
            <pc:docMk/>
            <pc:sldMk cId="1821465027" sldId="270"/>
            <ac:spMk id="9" creationId="{7DDA544F-4D9C-0B0C-DB44-95643BB5B537}"/>
          </ac:spMkLst>
        </pc:spChg>
        <pc:picChg chg="add mod">
          <ac:chgData name="shravya satish" userId="681209b45debafe4" providerId="LiveId" clId="{FDDEF86A-07C0-4F5D-AE59-3973ED9F5569}" dt="2026-10-09T19:09:06.992" v="593" actId="1076"/>
          <ac:picMkLst>
            <pc:docMk/>
            <pc:sldMk cId="1821465027" sldId="270"/>
            <ac:picMk id="5" creationId="{24481D07-D343-CA33-2719-C49901160031}"/>
          </ac:picMkLst>
        </pc:picChg>
        <pc:picChg chg="add del mod">
          <ac:chgData name="shravya satish" userId="681209b45debafe4" providerId="LiveId" clId="{FDDEF86A-07C0-4F5D-AE59-3973ED9F5569}" dt="2026-10-09T18:59:04.806" v="534" actId="478"/>
          <ac:picMkLst>
            <pc:docMk/>
            <pc:sldMk cId="1821465027" sldId="270"/>
            <ac:picMk id="6" creationId="{8A0BDB17-2B7F-0555-1CBA-B425A78E2653}"/>
          </ac:picMkLst>
        </pc:picChg>
      </pc:sldChg>
      <pc:sldChg chg="addSp delSp modSp mod">
        <pc:chgData name="shravya satish" userId="681209b45debafe4" providerId="LiveId" clId="{FDDEF86A-07C0-4F5D-AE59-3973ED9F5569}" dt="2026-10-10T05:47:39.231" v="793" actId="1076"/>
        <pc:sldMkLst>
          <pc:docMk/>
          <pc:sldMk cId="2021421434" sldId="271"/>
        </pc:sldMkLst>
        <pc:picChg chg="add del">
          <ac:chgData name="shravya satish" userId="681209b45debafe4" providerId="LiveId" clId="{FDDEF86A-07C0-4F5D-AE59-3973ED9F5569}" dt="2026-10-09T11:10:12.896" v="243" actId="22"/>
          <ac:picMkLst>
            <pc:docMk/>
            <pc:sldMk cId="2021421434" sldId="271"/>
            <ac:picMk id="4" creationId="{8AF238AF-A0CB-80CA-39AC-FFDBEFF2D9C7}"/>
          </ac:picMkLst>
        </pc:picChg>
        <pc:picChg chg="add del mod">
          <ac:chgData name="shravya satish" userId="681209b45debafe4" providerId="LiveId" clId="{FDDEF86A-07C0-4F5D-AE59-3973ED9F5569}" dt="2026-10-10T05:47:27.400" v="788" actId="478"/>
          <ac:picMkLst>
            <pc:docMk/>
            <pc:sldMk cId="2021421434" sldId="271"/>
            <ac:picMk id="4" creationId="{F00C422D-F1C4-C71D-F575-AD01E880BD88}"/>
          </ac:picMkLst>
        </pc:picChg>
        <pc:picChg chg="add mod">
          <ac:chgData name="shravya satish" userId="681209b45debafe4" providerId="LiveId" clId="{FDDEF86A-07C0-4F5D-AE59-3973ED9F5569}" dt="2026-10-10T05:47:39.231" v="793" actId="1076"/>
          <ac:picMkLst>
            <pc:docMk/>
            <pc:sldMk cId="2021421434" sldId="271"/>
            <ac:picMk id="5" creationId="{51258D25-268C-D931-B162-F2D9D67E8E78}"/>
          </ac:picMkLst>
        </pc:picChg>
        <pc:picChg chg="add del mod">
          <ac:chgData name="shravya satish" userId="681209b45debafe4" providerId="LiveId" clId="{FDDEF86A-07C0-4F5D-AE59-3973ED9F5569}" dt="2026-10-09T11:10:18.832" v="246" actId="478"/>
          <ac:picMkLst>
            <pc:docMk/>
            <pc:sldMk cId="2021421434" sldId="271"/>
            <ac:picMk id="5" creationId="{6F71BFB1-7677-640B-96DD-8DCF8347CD77}"/>
          </ac:picMkLst>
        </pc:picChg>
        <pc:picChg chg="add del mod">
          <ac:chgData name="shravya satish" userId="681209b45debafe4" providerId="LiveId" clId="{FDDEF86A-07C0-4F5D-AE59-3973ED9F5569}" dt="2026-10-09T18:41:56.321" v="519" actId="478"/>
          <ac:picMkLst>
            <pc:docMk/>
            <pc:sldMk cId="2021421434" sldId="271"/>
            <ac:picMk id="7" creationId="{320D8503-FC93-C705-534E-DAF06F587D0D}"/>
          </ac:picMkLst>
        </pc:picChg>
      </pc:sldChg>
      <pc:sldChg chg="modSp mod">
        <pc:chgData name="shravya satish" userId="681209b45debafe4" providerId="LiveId" clId="{FDDEF86A-07C0-4F5D-AE59-3973ED9F5569}" dt="2026-10-10T04:25:03.276" v="769" actId="313"/>
        <pc:sldMkLst>
          <pc:docMk/>
          <pc:sldMk cId="1441598228" sldId="272"/>
        </pc:sldMkLst>
        <pc:spChg chg="mod">
          <ac:chgData name="shravya satish" userId="681209b45debafe4" providerId="LiveId" clId="{FDDEF86A-07C0-4F5D-AE59-3973ED9F5569}" dt="2026-10-10T04:25:03.276" v="769" actId="313"/>
          <ac:spMkLst>
            <pc:docMk/>
            <pc:sldMk cId="1441598228" sldId="272"/>
            <ac:spMk id="3" creationId="{AB6A876C-F4D4-D422-018B-69A935651189}"/>
          </ac:spMkLst>
        </pc:spChg>
      </pc:sldChg>
      <pc:sldChg chg="addSp delSp modSp mod">
        <pc:chgData name="shravya satish" userId="681209b45debafe4" providerId="LiveId" clId="{FDDEF86A-07C0-4F5D-AE59-3973ED9F5569}" dt="2026-10-09T19:39:44.896" v="767" actId="113"/>
        <pc:sldMkLst>
          <pc:docMk/>
          <pc:sldMk cId="864567771" sldId="273"/>
        </pc:sldMkLst>
        <pc:spChg chg="mod">
          <ac:chgData name="shravya satish" userId="681209b45debafe4" providerId="LiveId" clId="{FDDEF86A-07C0-4F5D-AE59-3973ED9F5569}" dt="2026-10-09T19:19:03.272" v="635" actId="14100"/>
          <ac:spMkLst>
            <pc:docMk/>
            <pc:sldMk cId="864567771" sldId="273"/>
            <ac:spMk id="3" creationId="{D59F3D17-40F2-7A0E-8693-90143731A338}"/>
          </ac:spMkLst>
        </pc:spChg>
        <pc:spChg chg="mod">
          <ac:chgData name="shravya satish" userId="681209b45debafe4" providerId="LiveId" clId="{FDDEF86A-07C0-4F5D-AE59-3973ED9F5569}" dt="2026-10-09T19:39:44.896" v="767" actId="113"/>
          <ac:spMkLst>
            <pc:docMk/>
            <pc:sldMk cId="864567771" sldId="273"/>
            <ac:spMk id="9" creationId="{78F51A38-C38B-3501-83FB-F2F8B08CE3DC}"/>
          </ac:spMkLst>
        </pc:spChg>
        <pc:picChg chg="add del mod">
          <ac:chgData name="shravya satish" userId="681209b45debafe4" providerId="LiveId" clId="{FDDEF86A-07C0-4F5D-AE59-3973ED9F5569}" dt="2026-10-09T19:00:12.379" v="540" actId="478"/>
          <ac:picMkLst>
            <pc:docMk/>
            <pc:sldMk cId="864567771" sldId="273"/>
            <ac:picMk id="5" creationId="{192D29BB-4DFF-C2EE-46C6-3524A9F259AC}"/>
          </ac:picMkLst>
        </pc:picChg>
        <pc:picChg chg="add mod">
          <ac:chgData name="shravya satish" userId="681209b45debafe4" providerId="LiveId" clId="{FDDEF86A-07C0-4F5D-AE59-3973ED9F5569}" dt="2026-10-09T19:19:04.974" v="636" actId="1076"/>
          <ac:picMkLst>
            <pc:docMk/>
            <pc:sldMk cId="864567771" sldId="273"/>
            <ac:picMk id="6" creationId="{DB724F60-49CD-ECB4-CA74-8B3EE9B3C7DE}"/>
          </ac:picMkLst>
        </pc:picChg>
      </pc:sldChg>
      <pc:sldChg chg="addSp delSp modSp mod">
        <pc:chgData name="shravya satish" userId="681209b45debafe4" providerId="LiveId" clId="{FDDEF86A-07C0-4F5D-AE59-3973ED9F5569}" dt="2026-10-09T19:11:16.247" v="612" actId="12"/>
        <pc:sldMkLst>
          <pc:docMk/>
          <pc:sldMk cId="1847726727" sldId="274"/>
        </pc:sldMkLst>
        <pc:spChg chg="mod">
          <ac:chgData name="shravya satish" userId="681209b45debafe4" providerId="LiveId" clId="{FDDEF86A-07C0-4F5D-AE59-3973ED9F5569}" dt="2026-10-09T18:46:32.220" v="525"/>
          <ac:spMkLst>
            <pc:docMk/>
            <pc:sldMk cId="1847726727" sldId="274"/>
            <ac:spMk id="3" creationId="{23CA13D7-A0AD-2FA5-EFB0-7A1970C4A843}"/>
          </ac:spMkLst>
        </pc:spChg>
        <pc:spChg chg="mod">
          <ac:chgData name="shravya satish" userId="681209b45debafe4" providerId="LiveId" clId="{FDDEF86A-07C0-4F5D-AE59-3973ED9F5569}" dt="2026-10-09T19:11:16.247" v="612" actId="12"/>
          <ac:spMkLst>
            <pc:docMk/>
            <pc:sldMk cId="1847726727" sldId="274"/>
            <ac:spMk id="4" creationId="{A22CA7F6-5E38-73E6-47B3-FD60DB0A7B95}"/>
          </ac:spMkLst>
        </pc:spChg>
        <pc:picChg chg="add mod">
          <ac:chgData name="shravya satish" userId="681209b45debafe4" providerId="LiveId" clId="{FDDEF86A-07C0-4F5D-AE59-3973ED9F5569}" dt="2026-10-09T18:46:38.309" v="527" actId="1076"/>
          <ac:picMkLst>
            <pc:docMk/>
            <pc:sldMk cId="1847726727" sldId="274"/>
            <ac:picMk id="6" creationId="{67946D45-5BDC-103C-20F7-79C2DA17E8A0}"/>
          </ac:picMkLst>
        </pc:picChg>
      </pc:sldChg>
      <pc:sldChg chg="addSp delSp modSp mod">
        <pc:chgData name="shravya satish" userId="681209b45debafe4" providerId="LiveId" clId="{FDDEF86A-07C0-4F5D-AE59-3973ED9F5569}" dt="2026-10-09T19:23:16.279" v="648" actId="1076"/>
        <pc:sldMkLst>
          <pc:docMk/>
          <pc:sldMk cId="975434357" sldId="275"/>
        </pc:sldMkLst>
        <pc:spChg chg="mod">
          <ac:chgData name="shravya satish" userId="681209b45debafe4" providerId="LiveId" clId="{FDDEF86A-07C0-4F5D-AE59-3973ED9F5569}" dt="2026-10-09T18:58:34.184" v="533" actId="1035"/>
          <ac:spMkLst>
            <pc:docMk/>
            <pc:sldMk cId="975434357" sldId="275"/>
            <ac:spMk id="2" creationId="{FBEEDAAB-76AC-E90D-56F1-21B16CA3952F}"/>
          </ac:spMkLst>
        </pc:spChg>
        <pc:spChg chg="mod">
          <ac:chgData name="shravya satish" userId="681209b45debafe4" providerId="LiveId" clId="{FDDEF86A-07C0-4F5D-AE59-3973ED9F5569}" dt="2026-10-09T18:03:32.674" v="427"/>
          <ac:spMkLst>
            <pc:docMk/>
            <pc:sldMk cId="975434357" sldId="275"/>
            <ac:spMk id="3" creationId="{F1351CBE-898E-4BFC-34AA-851FE8DB9413}"/>
          </ac:spMkLst>
        </pc:spChg>
        <pc:spChg chg="mod">
          <ac:chgData name="shravya satish" userId="681209b45debafe4" providerId="LiveId" clId="{FDDEF86A-07C0-4F5D-AE59-3973ED9F5569}" dt="2026-10-09T19:23:13.529" v="647" actId="14100"/>
          <ac:spMkLst>
            <pc:docMk/>
            <pc:sldMk cId="975434357" sldId="275"/>
            <ac:spMk id="4" creationId="{33508809-9FEB-DAF5-42D5-72EA0E3EE846}"/>
          </ac:spMkLst>
        </pc:spChg>
        <pc:picChg chg="add del mod">
          <ac:chgData name="shravya satish" userId="681209b45debafe4" providerId="LiveId" clId="{FDDEF86A-07C0-4F5D-AE59-3973ED9F5569}" dt="2026-10-09T18:57:59.172" v="528" actId="478"/>
          <ac:picMkLst>
            <pc:docMk/>
            <pc:sldMk cId="975434357" sldId="275"/>
            <ac:picMk id="6" creationId="{C837E0F4-E31F-AF59-3B05-5910722FFD49}"/>
          </ac:picMkLst>
        </pc:picChg>
        <pc:picChg chg="add mod">
          <ac:chgData name="shravya satish" userId="681209b45debafe4" providerId="LiveId" clId="{FDDEF86A-07C0-4F5D-AE59-3973ED9F5569}" dt="2026-10-09T19:23:16.279" v="648" actId="1076"/>
          <ac:picMkLst>
            <pc:docMk/>
            <pc:sldMk cId="975434357" sldId="275"/>
            <ac:picMk id="7" creationId="{9E68FE0B-8D12-96F3-A11A-3E02289246B0}"/>
          </ac:picMkLst>
        </pc:picChg>
      </pc:sldChg>
      <pc:sldChg chg="modSp mod">
        <pc:chgData name="shravya satish" userId="681209b45debafe4" providerId="LiveId" clId="{FDDEF86A-07C0-4F5D-AE59-3973ED9F5569}" dt="2026-10-10T04:27:21.502" v="774" actId="20577"/>
        <pc:sldMkLst>
          <pc:docMk/>
          <pc:sldMk cId="519573237" sldId="276"/>
        </pc:sldMkLst>
        <pc:spChg chg="mod">
          <ac:chgData name="shravya satish" userId="681209b45debafe4" providerId="LiveId" clId="{FDDEF86A-07C0-4F5D-AE59-3973ED9F5569}" dt="2026-10-10T04:27:21.502" v="774" actId="20577"/>
          <ac:spMkLst>
            <pc:docMk/>
            <pc:sldMk cId="519573237" sldId="276"/>
            <ac:spMk id="3" creationId="{9B0B349B-A15C-8BB1-C622-FBE5A6A70BCD}"/>
          </ac:spMkLst>
        </pc:spChg>
      </pc:sldChg>
      <pc:sldChg chg="addSp delSp modSp new del mod">
        <pc:chgData name="shravya satish" userId="681209b45debafe4" providerId="LiveId" clId="{FDDEF86A-07C0-4F5D-AE59-3973ED9F5569}" dt="2026-10-09T12:57:28.694" v="299" actId="2696"/>
        <pc:sldMkLst>
          <pc:docMk/>
          <pc:sldMk cId="3790822188" sldId="277"/>
        </pc:sldMkLst>
        <pc:spChg chg="mod">
          <ac:chgData name="shravya satish" userId="681209b45debafe4" providerId="LiveId" clId="{FDDEF86A-07C0-4F5D-AE59-3973ED9F5569}" dt="2026-10-09T11:03:58.512" v="164" actId="1076"/>
          <ac:spMkLst>
            <pc:docMk/>
            <pc:sldMk cId="3790822188" sldId="277"/>
            <ac:spMk id="2" creationId="{204D5235-6F12-691F-8C06-29531BD0EC8F}"/>
          </ac:spMkLst>
        </pc:spChg>
        <pc:spChg chg="add del mod">
          <ac:chgData name="shravya satish" userId="681209b45debafe4" providerId="LiveId" clId="{FDDEF86A-07C0-4F5D-AE59-3973ED9F5569}" dt="2026-10-09T12:57:02.186" v="292" actId="478"/>
          <ac:spMkLst>
            <pc:docMk/>
            <pc:sldMk cId="3790822188" sldId="277"/>
            <ac:spMk id="5" creationId="{7153F2FA-1E01-EF3A-65C7-0564CA95B39F}"/>
          </ac:spMkLst>
        </pc:spChg>
        <pc:spChg chg="add del mod">
          <ac:chgData name="shravya satish" userId="681209b45debafe4" providerId="LiveId" clId="{FDDEF86A-07C0-4F5D-AE59-3973ED9F5569}" dt="2026-10-09T12:57:06.489" v="294" actId="478"/>
          <ac:spMkLst>
            <pc:docMk/>
            <pc:sldMk cId="3790822188" sldId="277"/>
            <ac:spMk id="6" creationId="{8A6AD867-EBA7-9911-D1CA-94F0CBA04275}"/>
          </ac:spMkLst>
        </pc:spChg>
        <pc:spChg chg="add del mod">
          <ac:chgData name="shravya satish" userId="681209b45debafe4" providerId="LiveId" clId="{FDDEF86A-07C0-4F5D-AE59-3973ED9F5569}" dt="2026-10-09T12:56:58.790" v="290" actId="478"/>
          <ac:spMkLst>
            <pc:docMk/>
            <pc:sldMk cId="3790822188" sldId="277"/>
            <ac:spMk id="9" creationId="{A08A599F-8BC1-5CA7-55AF-7338A5CE80E7}"/>
          </ac:spMkLst>
        </pc:spChg>
        <pc:picChg chg="add del mod">
          <ac:chgData name="shravya satish" userId="681209b45debafe4" providerId="LiveId" clId="{FDDEF86A-07C0-4F5D-AE59-3973ED9F5569}" dt="2026-10-09T12:57:00.033" v="291" actId="478"/>
          <ac:picMkLst>
            <pc:docMk/>
            <pc:sldMk cId="3790822188" sldId="277"/>
            <ac:picMk id="4" creationId="{6F069806-3275-1D96-950D-BE1B0DCE8BB4}"/>
          </ac:picMkLst>
        </pc:picChg>
        <pc:picChg chg="add del mod">
          <ac:chgData name="shravya satish" userId="681209b45debafe4" providerId="LiveId" clId="{FDDEF86A-07C0-4F5D-AE59-3973ED9F5569}" dt="2026-10-09T12:57:03.857" v="293" actId="478"/>
          <ac:picMkLst>
            <pc:docMk/>
            <pc:sldMk cId="3790822188" sldId="277"/>
            <ac:picMk id="8" creationId="{B029A8E4-3B60-E294-A5CD-CBD7798D95B6}"/>
          </ac:picMkLst>
        </pc:picChg>
        <pc:picChg chg="add del mod">
          <ac:chgData name="shravya satish" userId="681209b45debafe4" providerId="LiveId" clId="{FDDEF86A-07C0-4F5D-AE59-3973ED9F5569}" dt="2026-10-09T12:56:56.872" v="289" actId="478"/>
          <ac:picMkLst>
            <pc:docMk/>
            <pc:sldMk cId="3790822188" sldId="277"/>
            <ac:picMk id="11" creationId="{1CE51FC3-E2BB-14B2-C498-8AB117AEF44D}"/>
          </ac:picMkLst>
        </pc:picChg>
      </pc:sldChg>
      <pc:sldChg chg="modSp new mod">
        <pc:chgData name="shravya satish" userId="681209b45debafe4" providerId="LiveId" clId="{FDDEF86A-07C0-4F5D-AE59-3973ED9F5569}" dt="2026-10-09T18:34:37.211" v="518" actId="20577"/>
        <pc:sldMkLst>
          <pc:docMk/>
          <pc:sldMk cId="2217619327" sldId="278"/>
        </pc:sldMkLst>
        <pc:spChg chg="mod">
          <ac:chgData name="shravya satish" userId="681209b45debafe4" providerId="LiveId" clId="{FDDEF86A-07C0-4F5D-AE59-3973ED9F5569}" dt="2026-10-09T12:59:48.738" v="318" actId="1076"/>
          <ac:spMkLst>
            <pc:docMk/>
            <pc:sldMk cId="2217619327" sldId="278"/>
            <ac:spMk id="2" creationId="{9BBF2823-FD91-1FCB-6020-0023BF5B195A}"/>
          </ac:spMkLst>
        </pc:spChg>
        <pc:spChg chg="mod">
          <ac:chgData name="shravya satish" userId="681209b45debafe4" providerId="LiveId" clId="{FDDEF86A-07C0-4F5D-AE59-3973ED9F5569}" dt="2026-10-09T18:34:37.211" v="518" actId="20577"/>
          <ac:spMkLst>
            <pc:docMk/>
            <pc:sldMk cId="2217619327" sldId="278"/>
            <ac:spMk id="3" creationId="{91259686-3007-0BA9-3986-766DF33365EC}"/>
          </ac:spMkLst>
        </pc:spChg>
      </pc:sldChg>
      <pc:sldChg chg="modSp new mod">
        <pc:chgData name="shravya satish" userId="681209b45debafe4" providerId="LiveId" clId="{FDDEF86A-07C0-4F5D-AE59-3973ED9F5569}" dt="2026-10-10T04:44:31.392" v="782" actId="20577"/>
        <pc:sldMkLst>
          <pc:docMk/>
          <pc:sldMk cId="3795112011" sldId="279"/>
        </pc:sldMkLst>
        <pc:spChg chg="mod">
          <ac:chgData name="shravya satish" userId="681209b45debafe4" providerId="LiveId" clId="{FDDEF86A-07C0-4F5D-AE59-3973ED9F5569}" dt="2026-10-09T18:08:31.714" v="468" actId="113"/>
          <ac:spMkLst>
            <pc:docMk/>
            <pc:sldMk cId="3795112011" sldId="279"/>
            <ac:spMk id="2" creationId="{A1B403A3-1BE6-5847-A696-EC8752D8CE81}"/>
          </ac:spMkLst>
        </pc:spChg>
        <pc:spChg chg="mod">
          <ac:chgData name="shravya satish" userId="681209b45debafe4" providerId="LiveId" clId="{FDDEF86A-07C0-4F5D-AE59-3973ED9F5569}" dt="2026-10-10T04:44:31.392" v="782" actId="20577"/>
          <ac:spMkLst>
            <pc:docMk/>
            <pc:sldMk cId="3795112011" sldId="279"/>
            <ac:spMk id="3" creationId="{A988D178-59F4-0196-3087-8DF2146382D2}"/>
          </ac:spMkLst>
        </pc:spChg>
      </pc:sldChg>
      <pc:sldChg chg="modSp new del mod">
        <pc:chgData name="shravya satish" userId="681209b45debafe4" providerId="LiveId" clId="{FDDEF86A-07C0-4F5D-AE59-3973ED9F5569}" dt="2026-10-10T05:43:17.878" v="787" actId="2696"/>
        <pc:sldMkLst>
          <pc:docMk/>
          <pc:sldMk cId="1403339735" sldId="280"/>
        </pc:sldMkLst>
        <pc:spChg chg="mod">
          <ac:chgData name="shravya satish" userId="681209b45debafe4" providerId="LiveId" clId="{FDDEF86A-07C0-4F5D-AE59-3973ED9F5569}" dt="2026-10-09T18:08:48.150" v="480" actId="14100"/>
          <ac:spMkLst>
            <pc:docMk/>
            <pc:sldMk cId="1403339735" sldId="280"/>
            <ac:spMk id="2" creationId="{9A77C56A-23E7-BF6D-347B-B09F92337AE9}"/>
          </ac:spMkLst>
        </pc:spChg>
        <pc:spChg chg="mod">
          <ac:chgData name="shravya satish" userId="681209b45debafe4" providerId="LiveId" clId="{FDDEF86A-07C0-4F5D-AE59-3973ED9F5569}" dt="2026-10-09T19:35:15.970" v="728" actId="20577"/>
          <ac:spMkLst>
            <pc:docMk/>
            <pc:sldMk cId="1403339735" sldId="280"/>
            <ac:spMk id="3" creationId="{C4AB462F-3383-47E7-A511-4D6B7330E2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hravyarajula24-gif/Rajula-Shravya.git" TargetMode="External"/><Relationship Id="rId2" Type="http://schemas.openxmlformats.org/officeDocument/2006/relationships/hyperlink" Target="http://www.linkedin.com/in/shravya-rajula-a22a5"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49160"/>
            <a:ext cx="12190815" cy="6858000"/>
          </a:xfrm>
          <a:prstGeom prst="rect">
            <a:avLst/>
          </a:prstGeom>
          <a:noFill/>
          <a:ln>
            <a:noFill/>
          </a:ln>
        </p:spPr>
      </p:pic>
      <p:sp>
        <p:nvSpPr>
          <p:cNvPr id="99" name="Google Shape;99;p1"/>
          <p:cNvSpPr txBox="1"/>
          <p:nvPr/>
        </p:nvSpPr>
        <p:spPr>
          <a:xfrm>
            <a:off x="2340078" y="3736428"/>
            <a:ext cx="7378424" cy="646290"/>
          </a:xfrm>
          <a:prstGeom prst="rect">
            <a:avLst/>
          </a:prstGeom>
          <a:noFill/>
          <a:ln>
            <a:noFill/>
          </a:ln>
        </p:spPr>
        <p:txBody>
          <a:bodyPr spcFirstLastPara="1" wrap="square" lIns="91425" tIns="45700" rIns="91425" bIns="45700" anchor="t" anchorCtr="0">
            <a:spAutoFit/>
          </a:bodyPr>
          <a:lstStyle/>
          <a:p>
            <a:pPr lvl="0" algn="ctr">
              <a:buSzPts val="1800"/>
            </a:pPr>
            <a:r>
              <a:rPr lang="en-IN" sz="3600" b="1" dirty="0">
                <a:latin typeface="Times New Roman" panose="02020603050405020304" pitchFamily="18" charset="0"/>
                <a:cs typeface="Times New Roman" panose="02020603050405020304" pitchFamily="18" charset="0"/>
              </a:rPr>
              <a:t>Tata CLiQ Product Analytics</a:t>
            </a:r>
          </a:p>
        </p:txBody>
      </p:sp>
      <p:sp>
        <p:nvSpPr>
          <p:cNvPr id="2" name="TextBox 1">
            <a:extLst>
              <a:ext uri="{FF2B5EF4-FFF2-40B4-BE49-F238E27FC236}">
                <a16:creationId xmlns:a16="http://schemas.microsoft.com/office/drawing/2014/main" id="{A81D9869-DE0C-1022-DFD6-3654A8913658}"/>
              </a:ext>
            </a:extLst>
          </p:cNvPr>
          <p:cNvSpPr txBox="1"/>
          <p:nvPr/>
        </p:nvSpPr>
        <p:spPr>
          <a:xfrm>
            <a:off x="9350478" y="4938830"/>
            <a:ext cx="2379406"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Rajula Shravya</a:t>
            </a:r>
          </a:p>
          <a:p>
            <a:r>
              <a:rPr lang="en-US" sz="2400" b="1" dirty="0">
                <a:latin typeface="Times New Roman" panose="02020603050405020304" pitchFamily="18" charset="0"/>
                <a:cs typeface="Times New Roman" panose="02020603050405020304" pitchFamily="18" charset="0"/>
              </a:rPr>
              <a:t>Batch : 543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47AA-4463-DB67-1B38-24D76FC0CA77}"/>
              </a:ext>
            </a:extLst>
          </p:cNvPr>
          <p:cNvSpPr>
            <a:spLocks noGrp="1"/>
          </p:cNvSpPr>
          <p:nvPr>
            <p:ph type="title"/>
          </p:nvPr>
        </p:nvSpPr>
        <p:spPr/>
        <p:txBody>
          <a:bodyPr/>
          <a:lstStyle/>
          <a:p>
            <a:r>
              <a:rPr lang="en-US" b="1" dirty="0">
                <a:solidFill>
                  <a:srgbClr val="FF0000"/>
                </a:solidFill>
              </a:rPr>
              <a:t>About Me:</a:t>
            </a:r>
            <a:endParaRPr lang="en-IN" b="1" dirty="0">
              <a:solidFill>
                <a:srgbClr val="FF0000"/>
              </a:solidFill>
            </a:endParaRPr>
          </a:p>
        </p:txBody>
      </p:sp>
      <p:sp>
        <p:nvSpPr>
          <p:cNvPr id="3" name="Text Placeholder 2">
            <a:extLst>
              <a:ext uri="{FF2B5EF4-FFF2-40B4-BE49-F238E27FC236}">
                <a16:creationId xmlns:a16="http://schemas.microsoft.com/office/drawing/2014/main" id="{DAAB53AD-88BB-3326-9C2E-C25B9DA9FEED}"/>
              </a:ext>
            </a:extLst>
          </p:cNvPr>
          <p:cNvSpPr>
            <a:spLocks noGrp="1"/>
          </p:cNvSpPr>
          <p:nvPr>
            <p:ph type="body" idx="1"/>
          </p:nvPr>
        </p:nvSpPr>
        <p:spPr/>
        <p:txBody>
          <a:bodyPr/>
          <a:lstStyle/>
          <a:p>
            <a:pPr>
              <a:lnSpc>
                <a:spcPct val="100000"/>
              </a:lnSpc>
              <a:spcBef>
                <a:spcPts val="0"/>
              </a:spcBef>
            </a:pPr>
            <a:r>
              <a:rPr lang="en-IN" dirty="0">
                <a:latin typeface="Times New Roman" panose="02020603050405020304" pitchFamily="18" charset="0"/>
                <a:cs typeface="Times New Roman" panose="02020603050405020304" pitchFamily="18" charset="0"/>
              </a:rPr>
              <a:t>B-Tech(Computer Science and Engineering)</a:t>
            </a:r>
          </a:p>
          <a:p>
            <a:pPr>
              <a:lnSpc>
                <a:spcPct val="100000"/>
              </a:lnSpc>
              <a:spcBef>
                <a:spcPts val="0"/>
              </a:spcBef>
            </a:pPr>
            <a:r>
              <a:rPr lang="en-IN" dirty="0">
                <a:latin typeface="Times New Roman" panose="02020603050405020304" pitchFamily="18" charset="0"/>
                <a:cs typeface="Times New Roman" panose="02020603050405020304" pitchFamily="18" charset="0"/>
              </a:rPr>
              <a:t>Passed out Year: 2026</a:t>
            </a:r>
          </a:p>
          <a:p>
            <a:pPr>
              <a:lnSpc>
                <a:spcPct val="100000"/>
              </a:lnSpc>
              <a:spcBef>
                <a:spcPts val="0"/>
              </a:spcBef>
            </a:pPr>
            <a:r>
              <a:rPr lang="en-IN" dirty="0">
                <a:latin typeface="Times New Roman" panose="02020603050405020304" pitchFamily="18" charset="0"/>
                <a:cs typeface="Times New Roman" panose="02020603050405020304" pitchFamily="18" charset="0"/>
              </a:rPr>
              <a:t>Learning the data analysts to work with raw data to solve the real-word business problems.</a:t>
            </a:r>
          </a:p>
          <a:p>
            <a:r>
              <a:rPr lang="en-IN" dirty="0"/>
              <a:t>LinkedIn: </a:t>
            </a:r>
            <a:r>
              <a:rPr lang="en-IN" dirty="0">
                <a:latin typeface="Times New Roman" panose="02020603050405020304" pitchFamily="18" charset="0"/>
                <a:cs typeface="Times New Roman" panose="02020603050405020304" pitchFamily="18" charset="0"/>
                <a:hlinkClick r:id="rId2"/>
              </a:rPr>
              <a:t>www.linkedin.com/in/shravya-rajula-a22a5</a:t>
            </a:r>
            <a:endParaRPr lang="en-IN" dirty="0">
              <a:latin typeface="Times New Roman" panose="02020603050405020304" pitchFamily="18" charset="0"/>
              <a:cs typeface="Times New Roman" panose="02020603050405020304" pitchFamily="18" charset="0"/>
            </a:endParaRPr>
          </a:p>
          <a:p>
            <a:r>
              <a:rPr lang="en-IN" dirty="0"/>
              <a:t>GitHub: </a:t>
            </a:r>
            <a:r>
              <a:rPr lang="en-IN" dirty="0">
                <a:latin typeface="Times New Roman" panose="02020603050405020304" pitchFamily="18" charset="0"/>
                <a:cs typeface="Times New Roman" panose="02020603050405020304" pitchFamily="18" charset="0"/>
                <a:hlinkClick r:id="rId3"/>
              </a:rPr>
              <a:t>https://github.com/shravyarajula24-gif/Rajula-Shravya.git</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36397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176981"/>
            <a:ext cx="10039192" cy="11668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081548"/>
            <a:ext cx="10515600" cy="5329084"/>
          </a:xfrm>
          <a:prstGeom prst="rect">
            <a:avLst/>
          </a:prstGeom>
          <a:noFill/>
          <a:ln>
            <a:noFill/>
          </a:ln>
        </p:spPr>
        <p:txBody>
          <a:bodyPr spcFirstLastPara="1" wrap="square" lIns="91425" tIns="45700" rIns="91425" bIns="45700" anchor="t" anchorCtr="0">
            <a:normAutofit/>
          </a:bodyPr>
          <a:lstStyle/>
          <a:p>
            <a:pPr indent="-431800">
              <a:buSzPts val="2400"/>
            </a:pPr>
            <a:r>
              <a:rPr lang="en-US" b="1" dirty="0">
                <a:latin typeface="Times New Roman" panose="02020603050405020304" pitchFamily="18" charset="0"/>
                <a:cs typeface="Times New Roman" panose="02020603050405020304" pitchFamily="18" charset="0"/>
              </a:rPr>
              <a:t>Introduction</a:t>
            </a:r>
          </a:p>
          <a:p>
            <a:pPr indent="-431800">
              <a:buSzPts val="2400"/>
            </a:pPr>
            <a:r>
              <a:rPr lang="en-US" b="1" dirty="0">
                <a:latin typeface="Times New Roman" panose="02020603050405020304" pitchFamily="18" charset="0"/>
                <a:cs typeface="Times New Roman" panose="02020603050405020304" pitchFamily="18" charset="0"/>
              </a:rPr>
              <a:t>Business Problem</a:t>
            </a:r>
          </a:p>
          <a:p>
            <a:pPr indent="-431800">
              <a:buSzPts val="2400"/>
            </a:pPr>
            <a:r>
              <a:rPr lang="en-US" b="1" dirty="0">
                <a:latin typeface="Times New Roman" panose="02020603050405020304" pitchFamily="18" charset="0"/>
                <a:cs typeface="Times New Roman" panose="02020603050405020304" pitchFamily="18" charset="0"/>
              </a:rPr>
              <a:t>Business Statement</a:t>
            </a:r>
          </a:p>
          <a:p>
            <a:pPr indent="-431800">
              <a:buSzPts val="2400"/>
            </a:pPr>
            <a:r>
              <a:rPr lang="en-US" b="1" dirty="0">
                <a:latin typeface="Times New Roman" panose="02020603050405020304" pitchFamily="18" charset="0"/>
                <a:cs typeface="Times New Roman" panose="02020603050405020304" pitchFamily="18" charset="0"/>
              </a:rPr>
              <a:t>Data description</a:t>
            </a:r>
          </a:p>
          <a:p>
            <a:pPr indent="-431800">
              <a:buSzPts val="2400"/>
            </a:pPr>
            <a:r>
              <a:rPr lang="en-US" b="1" dirty="0">
                <a:latin typeface="Times New Roman" panose="02020603050405020304" pitchFamily="18" charset="0"/>
                <a:cs typeface="Times New Roman" panose="02020603050405020304" pitchFamily="18" charset="0"/>
              </a:rPr>
              <a:t>Data cleaning</a:t>
            </a:r>
          </a:p>
          <a:p>
            <a:pPr indent="-431800">
              <a:buSzPts val="2400"/>
            </a:pPr>
            <a:r>
              <a:rPr lang="en-US" b="1" dirty="0">
                <a:latin typeface="Times New Roman" panose="02020603050405020304" pitchFamily="18" charset="0"/>
                <a:cs typeface="Times New Roman" panose="02020603050405020304" pitchFamily="18" charset="0"/>
              </a:rPr>
              <a:t>Analysis and Insights</a:t>
            </a:r>
          </a:p>
          <a:p>
            <a:pPr indent="-431800">
              <a:buSzPts val="2400"/>
            </a:pPr>
            <a:r>
              <a:rPr lang="en-US" b="1" dirty="0">
                <a:latin typeface="Times New Roman" panose="02020603050405020304" pitchFamily="18" charset="0"/>
                <a:cs typeface="Times New Roman" panose="02020603050405020304" pitchFamily="18" charset="0"/>
              </a:rPr>
              <a:t>Testing</a:t>
            </a:r>
          </a:p>
          <a:p>
            <a:pPr indent="-431800">
              <a:buSzPts val="2400"/>
            </a:pPr>
            <a:r>
              <a:rPr lang="en-US" b="1" dirty="0">
                <a:latin typeface="Times New Roman" panose="02020603050405020304" pitchFamily="18" charset="0"/>
                <a:cs typeface="Times New Roman" panose="02020603050405020304" pitchFamily="18" charset="0"/>
              </a:rPr>
              <a:t>Recommendations</a:t>
            </a:r>
          </a:p>
          <a:p>
            <a:pPr indent="-431800">
              <a:buSzPts val="2400"/>
            </a:pP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pPr indent="-431800">
              <a:buSzPts val="2400"/>
            </a:pPr>
            <a:r>
              <a:rPr lang="en-US" b="1" dirty="0">
                <a:latin typeface="Times New Roman" panose="02020603050405020304" pitchFamily="18" charset="0"/>
                <a:cs typeface="Times New Roman" panose="02020603050405020304" pitchFamily="18" charset="0"/>
              </a:rPr>
              <a:t>Q&amp;A Slide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408DD-A6B7-D412-53D0-6AF9E7102E29}"/>
              </a:ext>
            </a:extLst>
          </p:cNvPr>
          <p:cNvSpPr>
            <a:spLocks noGrp="1"/>
          </p:cNvSpPr>
          <p:nvPr>
            <p:ph type="title"/>
          </p:nvPr>
        </p:nvSpPr>
        <p:spPr>
          <a:xfrm>
            <a:off x="530943" y="127819"/>
            <a:ext cx="10370574" cy="854946"/>
          </a:xfrm>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5DE59A34-2869-2759-EA1D-288A30A4B1F2}"/>
              </a:ext>
            </a:extLst>
          </p:cNvPr>
          <p:cNvSpPr>
            <a:spLocks noGrp="1"/>
          </p:cNvSpPr>
          <p:nvPr>
            <p:ph type="body" idx="1"/>
          </p:nvPr>
        </p:nvSpPr>
        <p:spPr>
          <a:xfrm>
            <a:off x="629265" y="982766"/>
            <a:ext cx="10724535" cy="5194198"/>
          </a:xfrm>
        </p:spPr>
        <p:txBody>
          <a:bodyPr>
            <a:normAutofit/>
          </a:bodyPr>
          <a:lstStyle/>
          <a:p>
            <a:pPr lvl="0"/>
            <a:r>
              <a:rPr lang="en-IN" sz="2400" dirty="0">
                <a:latin typeface="Times New Roman" panose="02020603050405020304" pitchFamily="18" charset="0"/>
                <a:cs typeface="Times New Roman" panose="02020603050405020304" pitchFamily="18" charset="0"/>
              </a:rPr>
              <a:t>Tata CLiQ is an Indian e-commerce platform that offers a wide range of products across categories such as fashion, footwear, beauty, electronics, and lifestyle. </a:t>
            </a:r>
          </a:p>
          <a:p>
            <a:pPr lvl="0"/>
            <a:r>
              <a:rPr lang="en-IN" sz="2400" dirty="0">
                <a:latin typeface="Times New Roman" panose="02020603050405020304" pitchFamily="18" charset="0"/>
                <a:cs typeface="Times New Roman" panose="02020603050405020304" pitchFamily="18" charset="0"/>
              </a:rPr>
              <a:t>The platform provides products from multiple brands, with variations in price, discounts, ratings, and customer reviews. </a:t>
            </a:r>
          </a:p>
          <a:p>
            <a:pPr lvl="0"/>
            <a:r>
              <a:rPr lang="en-IN" sz="2400" dirty="0">
                <a:latin typeface="Times New Roman" panose="02020603050405020304" pitchFamily="18" charset="0"/>
                <a:cs typeface="Times New Roman" panose="02020603050405020304" pitchFamily="18" charset="0"/>
              </a:rPr>
              <a:t>In this project, product data was collected from the Tata CLiQ website using web scraping techniques. </a:t>
            </a:r>
          </a:p>
          <a:p>
            <a:pPr lvl="0"/>
            <a:r>
              <a:rPr lang="en-IN" sz="2400" dirty="0">
                <a:latin typeface="Times New Roman" panose="02020603050405020304" pitchFamily="18" charset="0"/>
                <a:cs typeface="Times New Roman" panose="02020603050405020304" pitchFamily="18" charset="0"/>
              </a:rPr>
              <a:t>The collected data includes important attributes such as Brand, Product, Price, Original Price, Discount, Rating, Reviews, and Product Link. </a:t>
            </a:r>
          </a:p>
        </p:txBody>
      </p:sp>
    </p:spTree>
    <p:extLst>
      <p:ext uri="{BB962C8B-B14F-4D97-AF65-F5344CB8AC3E}">
        <p14:creationId xmlns:p14="http://schemas.microsoft.com/office/powerpoint/2010/main" val="485808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FB4E-6D2C-1297-55E7-BF3CABCD3493}"/>
              </a:ext>
            </a:extLst>
          </p:cNvPr>
          <p:cNvSpPr>
            <a:spLocks noGrp="1"/>
          </p:cNvSpPr>
          <p:nvPr>
            <p:ph type="title"/>
          </p:nvPr>
        </p:nvSpPr>
        <p:spPr>
          <a:xfrm>
            <a:off x="589935" y="245807"/>
            <a:ext cx="10763865" cy="1288026"/>
          </a:xfrm>
        </p:spPr>
        <p:txBody>
          <a:bodyPr/>
          <a:lstStyle/>
          <a:p>
            <a:pPr marL="25400"/>
            <a:r>
              <a:rPr lang="en-US" b="1" dirty="0">
                <a:latin typeface="Times New Roman" panose="02020603050405020304" pitchFamily="18" charset="0"/>
                <a:cs typeface="Times New Roman" panose="02020603050405020304" pitchFamily="18" charset="0"/>
              </a:rPr>
              <a:t>Business Problem:</a:t>
            </a:r>
            <a:endParaRPr lang="en-US" dirty="0"/>
          </a:p>
        </p:txBody>
      </p:sp>
      <p:sp>
        <p:nvSpPr>
          <p:cNvPr id="3" name="Text Placeholder 2">
            <a:extLst>
              <a:ext uri="{FF2B5EF4-FFF2-40B4-BE49-F238E27FC236}">
                <a16:creationId xmlns:a16="http://schemas.microsoft.com/office/drawing/2014/main" id="{779CF9E5-F9C8-1316-B9E5-8CB2BF47550A}"/>
              </a:ext>
            </a:extLst>
          </p:cNvPr>
          <p:cNvSpPr>
            <a:spLocks noGrp="1"/>
          </p:cNvSpPr>
          <p:nvPr>
            <p:ph type="body" idx="1"/>
          </p:nvPr>
        </p:nvSpPr>
        <p:spPr>
          <a:xfrm>
            <a:off x="589935" y="1366684"/>
            <a:ext cx="10763865" cy="4810279"/>
          </a:xfrm>
        </p:spPr>
        <p:txBody>
          <a:bodyPr>
            <a:normAutofit/>
          </a:bodyPr>
          <a:lstStyle/>
          <a:p>
            <a:pPr lvl="0" algn="just"/>
            <a:r>
              <a:rPr lang="en-IN" sz="2400" dirty="0">
                <a:latin typeface="Times New Roman" panose="02020603050405020304" pitchFamily="18" charset="0"/>
                <a:cs typeface="Times New Roman" panose="02020603050405020304" pitchFamily="18" charset="0"/>
              </a:rPr>
              <a:t>Tata CLiQ offers a wide range of products across different brands and categories, making product-level analysis challenging. </a:t>
            </a:r>
          </a:p>
          <a:p>
            <a:pPr lvl="0" algn="just"/>
            <a:r>
              <a:rPr lang="en-IN" sz="2400" dirty="0">
                <a:latin typeface="Times New Roman" panose="02020603050405020304" pitchFamily="18" charset="0"/>
                <a:cs typeface="Times New Roman" panose="02020603050405020304" pitchFamily="18" charset="0"/>
              </a:rPr>
              <a:t>Product prices and discounts vary significantly, creating a need to understand pricing and discount patterns. </a:t>
            </a:r>
          </a:p>
          <a:p>
            <a:pPr lvl="0" algn="just"/>
            <a:r>
              <a:rPr lang="en-IN" sz="2400" dirty="0">
                <a:latin typeface="Times New Roman" panose="02020603050405020304" pitchFamily="18" charset="0"/>
                <a:cs typeface="Times New Roman" panose="02020603050405020304" pitchFamily="18" charset="0"/>
              </a:rPr>
              <a:t>Ratings and customer reviews differ across products and can indicate customer interest and product performance. </a:t>
            </a:r>
          </a:p>
          <a:p>
            <a:pPr lvl="0" algn="just"/>
            <a:r>
              <a:rPr lang="en-IN" sz="2400" dirty="0">
                <a:latin typeface="Times New Roman" panose="02020603050405020304" pitchFamily="18" charset="0"/>
                <a:cs typeface="Times New Roman" panose="02020603050405020304" pitchFamily="18" charset="0"/>
              </a:rPr>
              <a:t>Analyzing these factors can help identify meaningful patterns and trends for better business decision-making.</a:t>
            </a:r>
          </a:p>
        </p:txBody>
      </p:sp>
    </p:spTree>
    <p:extLst>
      <p:ext uri="{BB962C8B-B14F-4D97-AF65-F5344CB8AC3E}">
        <p14:creationId xmlns:p14="http://schemas.microsoft.com/office/powerpoint/2010/main" val="384537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53E9D-2643-D64E-9039-7F0DD67C5878}"/>
              </a:ext>
            </a:extLst>
          </p:cNvPr>
          <p:cNvSpPr>
            <a:spLocks noGrp="1"/>
          </p:cNvSpPr>
          <p:nvPr>
            <p:ph type="title"/>
          </p:nvPr>
        </p:nvSpPr>
        <p:spPr>
          <a:xfrm>
            <a:off x="580103" y="-120702"/>
            <a:ext cx="10773697" cy="1946327"/>
          </a:xfrm>
        </p:spPr>
        <p:txBody>
          <a:bodyPr/>
          <a:lstStyle/>
          <a:p>
            <a:pPr marL="25400"/>
            <a:r>
              <a:rPr lang="en-US" b="1" dirty="0">
                <a:latin typeface="Times New Roman" panose="02020603050405020304" pitchFamily="18" charset="0"/>
                <a:cs typeface="Times New Roman" panose="02020603050405020304" pitchFamily="18" charset="0"/>
              </a:rPr>
              <a:t>Business Statement:</a:t>
            </a:r>
            <a:endParaRPr lang="en-US" dirty="0"/>
          </a:p>
        </p:txBody>
      </p:sp>
      <p:sp>
        <p:nvSpPr>
          <p:cNvPr id="3" name="Text Placeholder 2">
            <a:extLst>
              <a:ext uri="{FF2B5EF4-FFF2-40B4-BE49-F238E27FC236}">
                <a16:creationId xmlns:a16="http://schemas.microsoft.com/office/drawing/2014/main" id="{EB8A0B15-9EC9-EE42-C812-44F1D364C37C}"/>
              </a:ext>
            </a:extLst>
          </p:cNvPr>
          <p:cNvSpPr>
            <a:spLocks noGrp="1"/>
          </p:cNvSpPr>
          <p:nvPr>
            <p:ph type="body" idx="1"/>
          </p:nvPr>
        </p:nvSpPr>
        <p:spPr>
          <a:xfrm>
            <a:off x="648929" y="1356852"/>
            <a:ext cx="10704871" cy="4820111"/>
          </a:xfrm>
        </p:spPr>
        <p:txBody>
          <a:bodyPr>
            <a:normAutofit/>
          </a:bodyPr>
          <a:lstStyle/>
          <a:p>
            <a:pPr lvl="0" algn="just"/>
            <a:r>
              <a:rPr lang="en-IN" sz="2400" dirty="0">
                <a:latin typeface="Times New Roman" panose="02020603050405020304" pitchFamily="18" charset="0"/>
                <a:cs typeface="Times New Roman" panose="02020603050405020304" pitchFamily="18" charset="0"/>
              </a:rPr>
              <a:t>To collect and analyze Tata CLiQ product data using web scraping techniques. </a:t>
            </a:r>
          </a:p>
          <a:p>
            <a:pPr lvl="0" algn="just"/>
            <a:r>
              <a:rPr lang="en-IN" sz="2400" dirty="0">
                <a:latin typeface="Times New Roman" panose="02020603050405020304" pitchFamily="18" charset="0"/>
                <a:cs typeface="Times New Roman" panose="02020603050405020304" pitchFamily="18" charset="0"/>
              </a:rPr>
              <a:t>To study key attributes such as brand, product, price, original price, discount, rating, and customer reviews. </a:t>
            </a:r>
          </a:p>
          <a:p>
            <a:pPr lvl="0" algn="just"/>
            <a:r>
              <a:rPr lang="en-IN" sz="2400" dirty="0">
                <a:latin typeface="Times New Roman" panose="02020603050405020304" pitchFamily="18" charset="0"/>
                <a:cs typeface="Times New Roman" panose="02020603050405020304" pitchFamily="18" charset="0"/>
              </a:rPr>
              <a:t>To identify patterns and relationships between pricing, discounts, ratings, and customer reviews. </a:t>
            </a:r>
          </a:p>
          <a:p>
            <a:pPr lvl="0" algn="just"/>
            <a:r>
              <a:rPr lang="en-IN" sz="2400" dirty="0">
                <a:latin typeface="Times New Roman" panose="02020603050405020304" pitchFamily="18" charset="0"/>
                <a:cs typeface="Times New Roman" panose="02020603050405020304" pitchFamily="18" charset="0"/>
              </a:rPr>
              <a:t>To use data-driven and statistical analysis to generate meaningful insights for better business decisions.</a:t>
            </a:r>
          </a:p>
        </p:txBody>
      </p:sp>
    </p:spTree>
    <p:extLst>
      <p:ext uri="{BB962C8B-B14F-4D97-AF65-F5344CB8AC3E}">
        <p14:creationId xmlns:p14="http://schemas.microsoft.com/office/powerpoint/2010/main" val="3090326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307D-BDF6-F0FC-64B3-FB2E9622A4EF}"/>
              </a:ext>
            </a:extLst>
          </p:cNvPr>
          <p:cNvSpPr>
            <a:spLocks noGrp="1"/>
          </p:cNvSpPr>
          <p:nvPr>
            <p:ph type="title"/>
          </p:nvPr>
        </p:nvSpPr>
        <p:spPr>
          <a:xfrm>
            <a:off x="383458" y="0"/>
            <a:ext cx="10881852" cy="953269"/>
          </a:xfrm>
        </p:spPr>
        <p:txBody>
          <a:bodyPr/>
          <a:lstStyle/>
          <a:p>
            <a:r>
              <a:rPr lang="en-IN" b="1" dirty="0">
                <a:latin typeface="Times New Roman" panose="02020603050405020304" pitchFamily="18" charset="0"/>
                <a:cs typeface="Times New Roman" panose="02020603050405020304" pitchFamily="18" charset="0"/>
              </a:rPr>
              <a:t>Data Description:</a:t>
            </a:r>
          </a:p>
        </p:txBody>
      </p:sp>
      <p:pic>
        <p:nvPicPr>
          <p:cNvPr id="5" name="Picture 4">
            <a:extLst>
              <a:ext uri="{FF2B5EF4-FFF2-40B4-BE49-F238E27FC236}">
                <a16:creationId xmlns:a16="http://schemas.microsoft.com/office/drawing/2014/main" id="{51258D25-268C-D931-B162-F2D9D67E8E78}"/>
              </a:ext>
            </a:extLst>
          </p:cNvPr>
          <p:cNvPicPr>
            <a:picLocks noChangeAspect="1"/>
          </p:cNvPicPr>
          <p:nvPr/>
        </p:nvPicPr>
        <p:blipFill>
          <a:blip r:embed="rId2"/>
          <a:stretch>
            <a:fillRect/>
          </a:stretch>
        </p:blipFill>
        <p:spPr>
          <a:xfrm>
            <a:off x="1288025" y="953269"/>
            <a:ext cx="9615949" cy="5314998"/>
          </a:xfrm>
          <a:prstGeom prst="rect">
            <a:avLst/>
          </a:prstGeom>
        </p:spPr>
      </p:pic>
    </p:spTree>
    <p:extLst>
      <p:ext uri="{BB962C8B-B14F-4D97-AF65-F5344CB8AC3E}">
        <p14:creationId xmlns:p14="http://schemas.microsoft.com/office/powerpoint/2010/main" val="2021421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2823-FD91-1FCB-6020-0023BF5B195A}"/>
              </a:ext>
            </a:extLst>
          </p:cNvPr>
          <p:cNvSpPr>
            <a:spLocks noGrp="1"/>
          </p:cNvSpPr>
          <p:nvPr>
            <p:ph type="title"/>
          </p:nvPr>
        </p:nvSpPr>
        <p:spPr>
          <a:xfrm>
            <a:off x="665480" y="328453"/>
            <a:ext cx="10515600" cy="705168"/>
          </a:xfrm>
        </p:spPr>
        <p:txBody>
          <a:bodyPr/>
          <a:lstStyle/>
          <a:p>
            <a:r>
              <a:rPr lang="en-US" b="1" dirty="0">
                <a:latin typeface="Times New Roman" panose="02020603050405020304" pitchFamily="18" charset="0"/>
                <a:cs typeface="Times New Roman" panose="02020603050405020304" pitchFamily="18" charset="0"/>
              </a:rPr>
              <a:t>Data Cleaning:</a:t>
            </a:r>
            <a:endParaRPr lang="en-IN" dirty="0"/>
          </a:p>
        </p:txBody>
      </p:sp>
      <p:sp>
        <p:nvSpPr>
          <p:cNvPr id="3" name="Text Placeholder 2">
            <a:extLst>
              <a:ext uri="{FF2B5EF4-FFF2-40B4-BE49-F238E27FC236}">
                <a16:creationId xmlns:a16="http://schemas.microsoft.com/office/drawing/2014/main" id="{91259686-3007-0BA9-3986-766DF33365EC}"/>
              </a:ext>
            </a:extLst>
          </p:cNvPr>
          <p:cNvSpPr>
            <a:spLocks noGrp="1"/>
          </p:cNvSpPr>
          <p:nvPr>
            <p:ph type="body" idx="1"/>
          </p:nvPr>
        </p:nvSpPr>
        <p:spPr>
          <a:xfrm>
            <a:off x="665480" y="1033622"/>
            <a:ext cx="10688320" cy="5143342"/>
          </a:xfrm>
        </p:spPr>
        <p:txBody>
          <a:bodyPr>
            <a:noAutofit/>
          </a:bodyPr>
          <a:lstStyle/>
          <a:p>
            <a:pPr lvl="0"/>
            <a:r>
              <a:rPr lang="en-IN" sz="2400" b="1" dirty="0">
                <a:latin typeface="Times New Roman" panose="02020603050405020304" pitchFamily="18" charset="0"/>
                <a:cs typeface="Times New Roman" panose="02020603050405020304" pitchFamily="18" charset="0"/>
              </a:rPr>
              <a:t>Missing Values:</a:t>
            </a:r>
            <a:r>
              <a:rPr lang="en-IN" sz="2400" dirty="0">
                <a:latin typeface="Times New Roman" panose="02020603050405020304" pitchFamily="18" charset="0"/>
                <a:cs typeface="Times New Roman" panose="02020603050405020304" pitchFamily="18" charset="0"/>
              </a:rPr>
              <a:t> Identified missing values in the collected product data and handled them appropriately.</a:t>
            </a:r>
          </a:p>
          <a:p>
            <a:pPr lvl="0"/>
            <a:r>
              <a:rPr lang="en-IN" sz="2400" b="1" dirty="0">
                <a:latin typeface="Times New Roman" panose="02020603050405020304" pitchFamily="18" charset="0"/>
                <a:cs typeface="Times New Roman" panose="02020603050405020304" pitchFamily="18" charset="0"/>
              </a:rPr>
              <a:t>Duplicate Records:</a:t>
            </a:r>
            <a:r>
              <a:rPr lang="en-IN" sz="2400" dirty="0">
                <a:latin typeface="Times New Roman" panose="02020603050405020304" pitchFamily="18" charset="0"/>
                <a:cs typeface="Times New Roman" panose="02020603050405020304" pitchFamily="18" charset="0"/>
              </a:rPr>
              <a:t> Checked for duplicate product records and removed duplicates where necessary.</a:t>
            </a:r>
          </a:p>
          <a:p>
            <a:pPr lvl="0"/>
            <a:r>
              <a:rPr lang="en-IN" sz="2400" b="1" dirty="0">
                <a:latin typeface="Times New Roman" panose="02020603050405020304" pitchFamily="18" charset="0"/>
                <a:cs typeface="Times New Roman" panose="02020603050405020304" pitchFamily="18" charset="0"/>
              </a:rPr>
              <a:t>Data Type Conversion:</a:t>
            </a:r>
            <a:r>
              <a:rPr lang="en-IN" sz="2400" dirty="0">
                <a:latin typeface="Times New Roman" panose="02020603050405020304" pitchFamily="18" charset="0"/>
                <a:cs typeface="Times New Roman" panose="02020603050405020304" pitchFamily="18" charset="0"/>
              </a:rPr>
              <a:t> Converted numerical columns, such as Price, Original Price, Discount, Rating, and Reviews, into appropriate data types for analysis.</a:t>
            </a:r>
          </a:p>
          <a:p>
            <a:pPr lvl="0"/>
            <a:r>
              <a:rPr lang="en-IN" sz="2400" b="1" dirty="0">
                <a:latin typeface="Times New Roman" panose="02020603050405020304" pitchFamily="18" charset="0"/>
                <a:cs typeface="Times New Roman" panose="02020603050405020304" pitchFamily="18" charset="0"/>
              </a:rPr>
              <a:t>Data Formatting:</a:t>
            </a:r>
            <a:r>
              <a:rPr lang="en-IN" sz="2400" dirty="0">
                <a:latin typeface="Times New Roman" panose="02020603050405020304" pitchFamily="18" charset="0"/>
                <a:cs typeface="Times New Roman" panose="02020603050405020304" pitchFamily="18" charset="0"/>
              </a:rPr>
              <a:t> Cleaned price and discount values by removing unnecessary symbols and formatting inconsistencies.</a:t>
            </a:r>
          </a:p>
          <a:p>
            <a:pPr lvl="0"/>
            <a:r>
              <a:rPr lang="en-IN" sz="2400" b="1" dirty="0">
                <a:latin typeface="Times New Roman" panose="02020603050405020304" pitchFamily="18" charset="0"/>
                <a:cs typeface="Times New Roman" panose="02020603050405020304" pitchFamily="18" charset="0"/>
              </a:rPr>
              <a:t>Final Dataset:</a:t>
            </a:r>
            <a:r>
              <a:rPr lang="en-IN" sz="2400" dirty="0">
                <a:latin typeface="Times New Roman" panose="02020603050405020304" pitchFamily="18" charset="0"/>
                <a:cs typeface="Times New Roman" panose="02020603050405020304" pitchFamily="18" charset="0"/>
              </a:rPr>
              <a:t> Prepared a structured dataset containing 640 product records and 8 columns for further analysis.</a:t>
            </a:r>
          </a:p>
        </p:txBody>
      </p:sp>
    </p:spTree>
    <p:extLst>
      <p:ext uri="{BB962C8B-B14F-4D97-AF65-F5344CB8AC3E}">
        <p14:creationId xmlns:p14="http://schemas.microsoft.com/office/powerpoint/2010/main" val="221761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D002-CD3A-AC97-ABAB-730E6DDCF1E6}"/>
              </a:ext>
            </a:extLst>
          </p:cNvPr>
          <p:cNvSpPr>
            <a:spLocks noGrp="1"/>
          </p:cNvSpPr>
          <p:nvPr>
            <p:ph type="title"/>
          </p:nvPr>
        </p:nvSpPr>
        <p:spPr>
          <a:xfrm>
            <a:off x="481780" y="147483"/>
            <a:ext cx="10282083" cy="753883"/>
          </a:xfrm>
        </p:spPr>
        <p:txBody>
          <a:bodyPr/>
          <a:lstStyle/>
          <a:p>
            <a:r>
              <a:rPr lang="en-IN" b="1" dirty="0">
                <a:latin typeface="Times New Roman" panose="02020603050405020304" pitchFamily="18" charset="0"/>
                <a:cs typeface="Times New Roman" panose="02020603050405020304" pitchFamily="18" charset="0"/>
              </a:rPr>
              <a:t>Analysis:</a:t>
            </a:r>
          </a:p>
        </p:txBody>
      </p:sp>
      <p:sp>
        <p:nvSpPr>
          <p:cNvPr id="3" name="Text Placeholder 2">
            <a:extLst>
              <a:ext uri="{FF2B5EF4-FFF2-40B4-BE49-F238E27FC236}">
                <a16:creationId xmlns:a16="http://schemas.microsoft.com/office/drawing/2014/main" id="{A8D45E57-8BF7-FCF1-C493-F02D8FBB686A}"/>
              </a:ext>
            </a:extLst>
          </p:cNvPr>
          <p:cNvSpPr>
            <a:spLocks noGrp="1"/>
          </p:cNvSpPr>
          <p:nvPr>
            <p:ph type="body" idx="1"/>
          </p:nvPr>
        </p:nvSpPr>
        <p:spPr>
          <a:xfrm>
            <a:off x="513735" y="901365"/>
            <a:ext cx="11029336" cy="5233963"/>
          </a:xfrm>
        </p:spPr>
        <p:txBody>
          <a:bodyPr/>
          <a:lstStyle/>
          <a:p>
            <a:r>
              <a:rPr lang="en-IN" b="1" dirty="0">
                <a:latin typeface="Times New Roman" panose="02020603050405020304" pitchFamily="18" charset="0"/>
                <a:cs typeface="Times New Roman" panose="02020603050405020304" pitchFamily="18" charset="0"/>
              </a:rPr>
              <a:t>Univariate Analysis: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What is the price distribution of Tata CLiQ products?</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2880D63-B755-9A93-D261-668E3FDE9965}"/>
              </a:ext>
            </a:extLst>
          </p:cNvPr>
          <p:cNvSpPr txBox="1"/>
          <p:nvPr/>
        </p:nvSpPr>
        <p:spPr>
          <a:xfrm>
            <a:off x="6223820" y="2143432"/>
            <a:ext cx="4945625" cy="156966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Right-Skewed: 85% products in 500-2000 range.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Tata CLiQ focuses on affordable to mid-range segment.</a:t>
            </a:r>
          </a:p>
        </p:txBody>
      </p:sp>
      <p:pic>
        <p:nvPicPr>
          <p:cNvPr id="5" name="Picture 4">
            <a:extLst>
              <a:ext uri="{FF2B5EF4-FFF2-40B4-BE49-F238E27FC236}">
                <a16:creationId xmlns:a16="http://schemas.microsoft.com/office/drawing/2014/main" id="{8BC4D9B5-0CE9-A825-EB22-1B49AEF20104}"/>
              </a:ext>
            </a:extLst>
          </p:cNvPr>
          <p:cNvPicPr>
            <a:picLocks noChangeAspect="1"/>
          </p:cNvPicPr>
          <p:nvPr/>
        </p:nvPicPr>
        <p:blipFill>
          <a:blip r:embed="rId2"/>
          <a:stretch>
            <a:fillRect/>
          </a:stretch>
        </p:blipFill>
        <p:spPr>
          <a:xfrm>
            <a:off x="9236" y="2218533"/>
            <a:ext cx="6086764" cy="3916795"/>
          </a:xfrm>
          <a:prstGeom prst="rect">
            <a:avLst/>
          </a:prstGeom>
        </p:spPr>
      </p:pic>
    </p:spTree>
    <p:extLst>
      <p:ext uri="{BB962C8B-B14F-4D97-AF65-F5344CB8AC3E}">
        <p14:creationId xmlns:p14="http://schemas.microsoft.com/office/powerpoint/2010/main" val="4132532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2591-AA85-9355-3977-241D68986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B3EC7-4B73-5004-3F3F-C6EFF082F871}"/>
              </a:ext>
            </a:extLst>
          </p:cNvPr>
          <p:cNvSpPr>
            <a:spLocks noGrp="1"/>
          </p:cNvSpPr>
          <p:nvPr>
            <p:ph type="title"/>
          </p:nvPr>
        </p:nvSpPr>
        <p:spPr>
          <a:xfrm>
            <a:off x="481780" y="147483"/>
            <a:ext cx="10282083" cy="753883"/>
          </a:xfrm>
        </p:spPr>
        <p:txBody>
          <a:bodyPr/>
          <a:lstStyle/>
          <a:p>
            <a:r>
              <a:rPr lang="en-IN" b="1" dirty="0">
                <a:latin typeface="Times New Roman" panose="02020603050405020304" pitchFamily="18" charset="0"/>
                <a:cs typeface="Times New Roman" panose="02020603050405020304" pitchFamily="18" charset="0"/>
              </a:rPr>
              <a:t>Analysis:</a:t>
            </a:r>
          </a:p>
        </p:txBody>
      </p:sp>
      <p:sp>
        <p:nvSpPr>
          <p:cNvPr id="3" name="Text Placeholder 2">
            <a:extLst>
              <a:ext uri="{FF2B5EF4-FFF2-40B4-BE49-F238E27FC236}">
                <a16:creationId xmlns:a16="http://schemas.microsoft.com/office/drawing/2014/main" id="{23CA13D7-A0AD-2FA5-EFB0-7A1970C4A843}"/>
              </a:ext>
            </a:extLst>
          </p:cNvPr>
          <p:cNvSpPr>
            <a:spLocks noGrp="1"/>
          </p:cNvSpPr>
          <p:nvPr>
            <p:ph type="body" idx="1"/>
          </p:nvPr>
        </p:nvSpPr>
        <p:spPr>
          <a:xfrm>
            <a:off x="513735" y="901365"/>
            <a:ext cx="11029336" cy="5233963"/>
          </a:xfrm>
        </p:spPr>
        <p:txBody>
          <a:bodyPr/>
          <a:lstStyle/>
          <a:p>
            <a:r>
              <a:rPr lang="en-IN" b="1" dirty="0">
                <a:latin typeface="Times New Roman" panose="02020603050405020304" pitchFamily="18" charset="0"/>
                <a:cs typeface="Times New Roman" panose="02020603050405020304" pitchFamily="18" charset="0"/>
              </a:rPr>
              <a:t>Univariate Analysis: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Which discount range is most frequent?</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22CA7F6-5E38-73E6-47B3-FD60DB0A7B95}"/>
              </a:ext>
            </a:extLst>
          </p:cNvPr>
          <p:cNvSpPr txBox="1"/>
          <p:nvPr/>
        </p:nvSpPr>
        <p:spPr>
          <a:xfrm>
            <a:off x="1061465" y="2118844"/>
            <a:ext cx="5034535" cy="341632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Most Frequent: 0-10% with 190 products (Full-price strategy)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Second Peak: 60-65% with ∼96 products (Clearance strategy)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Least Frequent: 80%+ with only 5 products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Shows 2 pricing strategies: Premium (0% discount) and Sale (60%+ discount)</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7946D45-5BDC-103C-20F7-79C2DA17E8A0}"/>
              </a:ext>
            </a:extLst>
          </p:cNvPr>
          <p:cNvPicPr>
            <a:picLocks noChangeAspect="1"/>
          </p:cNvPicPr>
          <p:nvPr/>
        </p:nvPicPr>
        <p:blipFill>
          <a:blip r:embed="rId2"/>
          <a:stretch>
            <a:fillRect/>
          </a:stretch>
        </p:blipFill>
        <p:spPr>
          <a:xfrm>
            <a:off x="6279937" y="2035488"/>
            <a:ext cx="5505531" cy="3647557"/>
          </a:xfrm>
          <a:prstGeom prst="rect">
            <a:avLst/>
          </a:prstGeom>
        </p:spPr>
      </p:pic>
    </p:spTree>
    <p:extLst>
      <p:ext uri="{BB962C8B-B14F-4D97-AF65-F5344CB8AC3E}">
        <p14:creationId xmlns:p14="http://schemas.microsoft.com/office/powerpoint/2010/main" val="1847726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FAF6-4293-6A98-4EDC-D7B90FD2EF45}"/>
              </a:ext>
            </a:extLst>
          </p:cNvPr>
          <p:cNvSpPr>
            <a:spLocks noGrp="1"/>
          </p:cNvSpPr>
          <p:nvPr>
            <p:ph type="title"/>
          </p:nvPr>
        </p:nvSpPr>
        <p:spPr>
          <a:xfrm>
            <a:off x="444910" y="127820"/>
            <a:ext cx="10419736" cy="765124"/>
          </a:xfrm>
        </p:spPr>
        <p:txBody>
          <a:bodyPr/>
          <a:lstStyle/>
          <a:p>
            <a:r>
              <a:rPr lang="en-IN" b="1" dirty="0">
                <a:latin typeface="Times New Roman" panose="02020603050405020304" pitchFamily="18" charset="0"/>
                <a:cs typeface="Times New Roman" panose="02020603050405020304" pitchFamily="18" charset="0"/>
              </a:rPr>
              <a:t>Analysis:</a:t>
            </a:r>
            <a:endParaRPr lang="en-IN" dirty="0"/>
          </a:p>
        </p:txBody>
      </p:sp>
      <p:sp>
        <p:nvSpPr>
          <p:cNvPr id="3" name="Text Placeholder 2">
            <a:extLst>
              <a:ext uri="{FF2B5EF4-FFF2-40B4-BE49-F238E27FC236}">
                <a16:creationId xmlns:a16="http://schemas.microsoft.com/office/drawing/2014/main" id="{606866FD-EDE0-E8E3-9D50-DB53AA276E3B}"/>
              </a:ext>
            </a:extLst>
          </p:cNvPr>
          <p:cNvSpPr>
            <a:spLocks noGrp="1"/>
          </p:cNvSpPr>
          <p:nvPr>
            <p:ph type="body" idx="1"/>
          </p:nvPr>
        </p:nvSpPr>
        <p:spPr>
          <a:xfrm>
            <a:off x="521110" y="892944"/>
            <a:ext cx="10832690" cy="5284019"/>
          </a:xfrm>
        </p:spPr>
        <p:txBody>
          <a:bodyPr/>
          <a:lstStyle/>
          <a:p>
            <a:r>
              <a:rPr lang="en-IN" b="1" dirty="0">
                <a:latin typeface="Times New Roman" panose="02020603050405020304" pitchFamily="18" charset="0"/>
                <a:cs typeface="Times New Roman" panose="02020603050405020304" pitchFamily="18" charset="0"/>
              </a:rPr>
              <a:t>Bivariate Analysis: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What is the relationship between Price and Discount?</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DDA544F-4D9C-0B0C-DB44-95643BB5B537}"/>
              </a:ext>
            </a:extLst>
          </p:cNvPr>
          <p:cNvSpPr txBox="1"/>
          <p:nvPr/>
        </p:nvSpPr>
        <p:spPr>
          <a:xfrm>
            <a:off x="6254546" y="2231923"/>
            <a:ext cx="5416343" cy="341632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linear relationship - Scattered dots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 0% discount: Price = 500 to 8000 Rs (High spread)</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 70-80% discount: Price = 500 to 2000 Rs only (Low spread)</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Premium products &gt;8000 never go beyond 20% discount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Correlation: Weak negative, Discount is decided by Brand/Season, not Price</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481D07-D343-CA33-2719-C49901160031}"/>
              </a:ext>
            </a:extLst>
          </p:cNvPr>
          <p:cNvPicPr>
            <a:picLocks noChangeAspect="1"/>
          </p:cNvPicPr>
          <p:nvPr/>
        </p:nvPicPr>
        <p:blipFill>
          <a:blip r:embed="rId2"/>
          <a:stretch>
            <a:fillRect/>
          </a:stretch>
        </p:blipFill>
        <p:spPr>
          <a:xfrm>
            <a:off x="94273" y="2003997"/>
            <a:ext cx="5843182" cy="3820795"/>
          </a:xfrm>
          <a:prstGeom prst="rect">
            <a:avLst/>
          </a:prstGeom>
        </p:spPr>
      </p:pic>
    </p:spTree>
    <p:extLst>
      <p:ext uri="{BB962C8B-B14F-4D97-AF65-F5344CB8AC3E}">
        <p14:creationId xmlns:p14="http://schemas.microsoft.com/office/powerpoint/2010/main" val="1821465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E6926-FAA1-ED37-88D8-63D23FFF0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EDAAB-76AC-E90D-56F1-21B16CA3952F}"/>
              </a:ext>
            </a:extLst>
          </p:cNvPr>
          <p:cNvSpPr>
            <a:spLocks noGrp="1"/>
          </p:cNvSpPr>
          <p:nvPr>
            <p:ph type="title"/>
          </p:nvPr>
        </p:nvSpPr>
        <p:spPr>
          <a:xfrm>
            <a:off x="444910" y="117429"/>
            <a:ext cx="10419736" cy="765124"/>
          </a:xfrm>
        </p:spPr>
        <p:txBody>
          <a:bodyPr/>
          <a:lstStyle/>
          <a:p>
            <a:r>
              <a:rPr lang="en-IN" b="1" dirty="0">
                <a:latin typeface="Times New Roman" panose="02020603050405020304" pitchFamily="18" charset="0"/>
                <a:cs typeface="Times New Roman" panose="02020603050405020304" pitchFamily="18" charset="0"/>
              </a:rPr>
              <a:t>Analysis:</a:t>
            </a:r>
            <a:endParaRPr lang="en-IN" dirty="0"/>
          </a:p>
        </p:txBody>
      </p:sp>
      <p:sp>
        <p:nvSpPr>
          <p:cNvPr id="3" name="Text Placeholder 2">
            <a:extLst>
              <a:ext uri="{FF2B5EF4-FFF2-40B4-BE49-F238E27FC236}">
                <a16:creationId xmlns:a16="http://schemas.microsoft.com/office/drawing/2014/main" id="{F1351CBE-898E-4BFC-34AA-851FE8DB9413}"/>
              </a:ext>
            </a:extLst>
          </p:cNvPr>
          <p:cNvSpPr>
            <a:spLocks noGrp="1"/>
          </p:cNvSpPr>
          <p:nvPr>
            <p:ph type="body" idx="1"/>
          </p:nvPr>
        </p:nvSpPr>
        <p:spPr>
          <a:xfrm>
            <a:off x="521110" y="892944"/>
            <a:ext cx="10832690" cy="5284019"/>
          </a:xfrm>
        </p:spPr>
        <p:txBody>
          <a:bodyPr/>
          <a:lstStyle/>
          <a:p>
            <a:r>
              <a:rPr lang="en-IN" b="1" dirty="0">
                <a:latin typeface="Times New Roman" panose="02020603050405020304" pitchFamily="18" charset="0"/>
                <a:cs typeface="Times New Roman" panose="02020603050405020304" pitchFamily="18" charset="0"/>
              </a:rPr>
              <a:t>Bivariate Analysis: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What is the relationship between Price and Rating?</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3508809-9FEB-DAF5-42D5-72EA0E3EE846}"/>
              </a:ext>
            </a:extLst>
          </p:cNvPr>
          <p:cNvSpPr txBox="1"/>
          <p:nvPr/>
        </p:nvSpPr>
        <p:spPr>
          <a:xfrm>
            <a:off x="838200" y="2317955"/>
            <a:ext cx="5719916"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Two clusters: 0 rating (400-16.5k, unrated) and 3-5 rating (400-5.6k)</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correlation 0.08 - Same price has different ratings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60% products unrated, all premium &gt;8k are unrated = Need review strategy</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E68FE0B-8D12-96F3-A11A-3E02289246B0}"/>
              </a:ext>
            </a:extLst>
          </p:cNvPr>
          <p:cNvPicPr>
            <a:picLocks noChangeAspect="1"/>
          </p:cNvPicPr>
          <p:nvPr/>
        </p:nvPicPr>
        <p:blipFill>
          <a:blip r:embed="rId2"/>
          <a:stretch>
            <a:fillRect/>
          </a:stretch>
        </p:blipFill>
        <p:spPr>
          <a:xfrm>
            <a:off x="6558116" y="2003323"/>
            <a:ext cx="5372675" cy="3413018"/>
          </a:xfrm>
          <a:prstGeom prst="rect">
            <a:avLst/>
          </a:prstGeom>
        </p:spPr>
      </p:pic>
    </p:spTree>
    <p:extLst>
      <p:ext uri="{BB962C8B-B14F-4D97-AF65-F5344CB8AC3E}">
        <p14:creationId xmlns:p14="http://schemas.microsoft.com/office/powerpoint/2010/main" val="97543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6154-38DC-4DFE-A03E-7D34F4D8A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58BD2-2AEE-A0C4-A0C9-738F59198BA5}"/>
              </a:ext>
            </a:extLst>
          </p:cNvPr>
          <p:cNvSpPr>
            <a:spLocks noGrp="1"/>
          </p:cNvSpPr>
          <p:nvPr>
            <p:ph type="title"/>
          </p:nvPr>
        </p:nvSpPr>
        <p:spPr>
          <a:xfrm>
            <a:off x="444910" y="127820"/>
            <a:ext cx="10419736" cy="765124"/>
          </a:xfrm>
        </p:spPr>
        <p:txBody>
          <a:bodyPr/>
          <a:lstStyle/>
          <a:p>
            <a:r>
              <a:rPr lang="en-IN" b="1" dirty="0">
                <a:latin typeface="Times New Roman" panose="02020603050405020304" pitchFamily="18" charset="0"/>
                <a:cs typeface="Times New Roman" panose="02020603050405020304" pitchFamily="18" charset="0"/>
              </a:rPr>
              <a:t>Analysis:</a:t>
            </a:r>
            <a:endParaRPr lang="en-IN" dirty="0"/>
          </a:p>
        </p:txBody>
      </p:sp>
      <p:sp>
        <p:nvSpPr>
          <p:cNvPr id="3" name="Text Placeholder 2">
            <a:extLst>
              <a:ext uri="{FF2B5EF4-FFF2-40B4-BE49-F238E27FC236}">
                <a16:creationId xmlns:a16="http://schemas.microsoft.com/office/drawing/2014/main" id="{D59F3D17-40F2-7A0E-8693-90143731A338}"/>
              </a:ext>
            </a:extLst>
          </p:cNvPr>
          <p:cNvSpPr>
            <a:spLocks noGrp="1"/>
          </p:cNvSpPr>
          <p:nvPr>
            <p:ph type="body" idx="1"/>
          </p:nvPr>
        </p:nvSpPr>
        <p:spPr>
          <a:xfrm>
            <a:off x="373626" y="665724"/>
            <a:ext cx="10903974" cy="5405285"/>
          </a:xfrm>
        </p:spPr>
        <p:txBody>
          <a:bodyPr/>
          <a:lstStyle/>
          <a:p>
            <a:r>
              <a:rPr lang="en-IN" b="1" dirty="0">
                <a:latin typeface="Times New Roman" panose="02020603050405020304" pitchFamily="18" charset="0"/>
                <a:cs typeface="Times New Roman" panose="02020603050405020304" pitchFamily="18" charset="0"/>
              </a:rPr>
              <a:t>Multivariate Analysis:</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What is the correlation among numeric columns?</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8F51A38-C38B-3501-83FB-F2F8B08CE3DC}"/>
              </a:ext>
            </a:extLst>
          </p:cNvPr>
          <p:cNvSpPr txBox="1"/>
          <p:nvPr/>
        </p:nvSpPr>
        <p:spPr>
          <a:xfrm>
            <a:off x="5717459" y="1762893"/>
            <a:ext cx="6209070" cy="3046988"/>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Strong Positive: </a:t>
            </a:r>
            <a:r>
              <a:rPr lang="en-US" sz="2400" dirty="0">
                <a:latin typeface="Times New Roman" panose="02020603050405020304" pitchFamily="18" charset="0"/>
                <a:cs typeface="Times New Roman" panose="02020603050405020304" pitchFamily="18" charset="0"/>
              </a:rPr>
              <a:t>price highly depends on original MRP, as expected.</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Negative: </a:t>
            </a:r>
            <a:r>
              <a:rPr lang="en-US" sz="2400" dirty="0">
                <a:latin typeface="Times New Roman" panose="02020603050405020304" pitchFamily="18" charset="0"/>
                <a:cs typeface="Times New Roman" panose="02020603050405020304" pitchFamily="18" charset="0"/>
              </a:rPr>
              <a:t>price decreases moderately.</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Weak or No Relation: </a:t>
            </a:r>
            <a:r>
              <a:rPr lang="en-US" sz="2400" dirty="0">
                <a:latin typeface="Times New Roman" panose="02020603050405020304" pitchFamily="18" charset="0"/>
                <a:cs typeface="Times New Roman" panose="02020603050405020304" pitchFamily="18" charset="0"/>
              </a:rPr>
              <a:t>Rating, Discount almost independent of price, proves discount is brand-driven not price-driven.</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Moderate: </a:t>
            </a:r>
            <a:r>
              <a:rPr lang="en-US" sz="2400" dirty="0">
                <a:latin typeface="Times New Roman" panose="02020603050405020304" pitchFamily="18" charset="0"/>
                <a:cs typeface="Times New Roman" panose="02020603050405020304" pitchFamily="18" charset="0"/>
              </a:rPr>
              <a:t>More reviews depends slightly higher or more stable rating.</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B724F60-49CD-ECB4-CA74-8B3EE9B3C7DE}"/>
              </a:ext>
            </a:extLst>
          </p:cNvPr>
          <p:cNvPicPr>
            <a:picLocks noChangeAspect="1"/>
          </p:cNvPicPr>
          <p:nvPr/>
        </p:nvPicPr>
        <p:blipFill>
          <a:blip r:embed="rId2"/>
          <a:stretch>
            <a:fillRect/>
          </a:stretch>
        </p:blipFill>
        <p:spPr>
          <a:xfrm>
            <a:off x="444910" y="1762890"/>
            <a:ext cx="5201265" cy="4308119"/>
          </a:xfrm>
          <a:prstGeom prst="rect">
            <a:avLst/>
          </a:prstGeom>
        </p:spPr>
      </p:pic>
    </p:spTree>
    <p:extLst>
      <p:ext uri="{BB962C8B-B14F-4D97-AF65-F5344CB8AC3E}">
        <p14:creationId xmlns:p14="http://schemas.microsoft.com/office/powerpoint/2010/main" val="86456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03A3-1BE6-5847-A696-EC8752D8CE81}"/>
              </a:ext>
            </a:extLst>
          </p:cNvPr>
          <p:cNvSpPr>
            <a:spLocks noGrp="1"/>
          </p:cNvSpPr>
          <p:nvPr>
            <p:ph type="title"/>
          </p:nvPr>
        </p:nvSpPr>
        <p:spPr>
          <a:xfrm>
            <a:off x="838200" y="365126"/>
            <a:ext cx="10515600" cy="736088"/>
          </a:xfrm>
        </p:spPr>
        <p:txBody>
          <a:bodyPr/>
          <a:lstStyle/>
          <a:p>
            <a:r>
              <a:rPr lang="en-US" b="1" dirty="0">
                <a:latin typeface="Times New Roman" panose="02020603050405020304" pitchFamily="18" charset="0"/>
                <a:cs typeface="Times New Roman" panose="02020603050405020304" pitchFamily="18" charset="0"/>
              </a:rPr>
              <a:t>Testing:</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988D178-59F4-0196-3087-8DF2146382D2}"/>
              </a:ext>
            </a:extLst>
          </p:cNvPr>
          <p:cNvSpPr>
            <a:spLocks noGrp="1"/>
          </p:cNvSpPr>
          <p:nvPr>
            <p:ph type="body" idx="1"/>
          </p:nvPr>
        </p:nvSpPr>
        <p:spPr>
          <a:xfrm>
            <a:off x="757084" y="1101214"/>
            <a:ext cx="10596716" cy="5075749"/>
          </a:xfrm>
        </p:spPr>
        <p:txBody>
          <a:bodyPr>
            <a:normAutofit/>
          </a:bodyPr>
          <a:lstStyle/>
          <a:p>
            <a:pPr algn="just"/>
            <a:r>
              <a:rPr lang="en-US" sz="2400" b="1" dirty="0">
                <a:latin typeface="Times New Roman" panose="02020603050405020304" pitchFamily="18" charset="0"/>
                <a:cs typeface="Times New Roman" panose="02020603050405020304" pitchFamily="18" charset="0"/>
              </a:rPr>
              <a:t>OBJECTIVE: </a:t>
            </a:r>
            <a:r>
              <a:rPr lang="en-US" sz="2400" dirty="0">
                <a:latin typeface="Times New Roman" panose="02020603050405020304" pitchFamily="18" charset="0"/>
                <a:cs typeface="Times New Roman" panose="02020603050405020304" pitchFamily="18" charset="0"/>
              </a:rPr>
              <a:t>To test if Brand and Discount Category are related.</a:t>
            </a:r>
          </a:p>
          <a:p>
            <a:pPr algn="just"/>
            <a:r>
              <a:rPr lang="en-US" sz="2400" b="1" dirty="0">
                <a:latin typeface="Times New Roman" panose="02020603050405020304" pitchFamily="18" charset="0"/>
                <a:cs typeface="Times New Roman" panose="02020603050405020304" pitchFamily="18" charset="0"/>
              </a:rPr>
              <a:t>Hypothesis Framed:</a:t>
            </a:r>
          </a:p>
          <a:p>
            <a:pPr lvl="1"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H0 (Null): </a:t>
            </a:r>
            <a:r>
              <a:rPr lang="en-US" sz="2000" dirty="0">
                <a:latin typeface="Times New Roman" panose="02020603050405020304" pitchFamily="18" charset="0"/>
                <a:cs typeface="Times New Roman" panose="02020603050405020304" pitchFamily="18" charset="0"/>
              </a:rPr>
              <a:t>Brand and Discount Category are independent (No relation)</a:t>
            </a:r>
          </a:p>
          <a:p>
            <a:pPr lvl="1"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H1 (Alternate): </a:t>
            </a:r>
            <a:r>
              <a:rPr lang="en-US" sz="2000" dirty="0">
                <a:latin typeface="Times New Roman" panose="02020603050405020304" pitchFamily="18" charset="0"/>
                <a:cs typeface="Times New Roman" panose="02020603050405020304" pitchFamily="18" charset="0"/>
              </a:rPr>
              <a:t>Brand and Discount Category are dependent (Relation exists)</a:t>
            </a:r>
          </a:p>
          <a:p>
            <a:pPr algn="just"/>
            <a:r>
              <a:rPr lang="en-US" sz="2400" b="1" dirty="0">
                <a:latin typeface="Times New Roman" panose="02020603050405020304" pitchFamily="18" charset="0"/>
                <a:cs typeface="Times New Roman" panose="02020603050405020304" pitchFamily="18" charset="0"/>
              </a:rPr>
              <a:t>TEST PERFORMED: </a:t>
            </a:r>
            <a:r>
              <a:rPr lang="en-US" sz="2400" dirty="0">
                <a:latin typeface="Times New Roman" panose="02020603050405020304" pitchFamily="18" charset="0"/>
                <a:cs typeface="Times New Roman" panose="02020603050405020304" pitchFamily="18" charset="0"/>
              </a:rPr>
              <a:t>Chi-Square	</a:t>
            </a:r>
          </a:p>
          <a:p>
            <a:pPr algn="just"/>
            <a:r>
              <a:rPr lang="en-US" sz="2400" b="1" dirty="0">
                <a:latin typeface="Times New Roman" panose="02020603050405020304" pitchFamily="18" charset="0"/>
                <a:cs typeface="Times New Roman" panose="02020603050405020304" pitchFamily="18" charset="0"/>
              </a:rPr>
              <a:t>INTERPRETATION: </a:t>
            </a:r>
            <a:r>
              <a:rPr lang="en-US" sz="2400" dirty="0">
                <a:latin typeface="Times New Roman" panose="02020603050405020304" pitchFamily="18" charset="0"/>
                <a:cs typeface="Times New Roman" panose="02020603050405020304" pitchFamily="18" charset="0"/>
              </a:rPr>
              <a:t>Distribution is dependent. There is a statistically significant association between Brand and Discount. This proves discount strategy depends on Brand and is not due to random chance.</a:t>
            </a:r>
          </a:p>
          <a:p>
            <a:pPr algn="just"/>
            <a:r>
              <a:rPr lang="en-US" sz="2400" b="1" dirty="0">
                <a:latin typeface="Times New Roman" panose="02020603050405020304" pitchFamily="18" charset="0"/>
                <a:cs typeface="Times New Roman" panose="02020603050405020304" pitchFamily="18" charset="0"/>
              </a:rPr>
              <a:t>CONCLUSION: </a:t>
            </a:r>
            <a:r>
              <a:rPr lang="en-US" sz="2400" dirty="0">
                <a:latin typeface="Times New Roman" panose="02020603050405020304" pitchFamily="18" charset="0"/>
                <a:cs typeface="Times New Roman" panose="02020603050405020304" pitchFamily="18" charset="0"/>
              </a:rPr>
              <a:t>Since P &lt; 0.05, we Reject H0. Brand and Discount are significantly related.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112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E7CD-A5AF-A331-E8B1-A0D5705F2691}"/>
              </a:ext>
            </a:extLst>
          </p:cNvPr>
          <p:cNvSpPr>
            <a:spLocks noGrp="1"/>
          </p:cNvSpPr>
          <p:nvPr>
            <p:ph type="title"/>
          </p:nvPr>
        </p:nvSpPr>
        <p:spPr>
          <a:xfrm>
            <a:off x="439994" y="127819"/>
            <a:ext cx="10714703" cy="776289"/>
          </a:xfrm>
        </p:spPr>
        <p:txBody>
          <a:bodyPr/>
          <a:lstStyle/>
          <a:p>
            <a:r>
              <a:rPr lang="en-US" b="1" dirty="0">
                <a:latin typeface="Times New Roman" panose="02020603050405020304" pitchFamily="18" charset="0"/>
                <a:cs typeface="Times New Roman" panose="02020603050405020304" pitchFamily="18" charset="0"/>
              </a:rPr>
              <a:t>Recommendations: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B6A876C-F4D4-D422-018B-69A935651189}"/>
              </a:ext>
            </a:extLst>
          </p:cNvPr>
          <p:cNvSpPr>
            <a:spLocks noGrp="1"/>
          </p:cNvSpPr>
          <p:nvPr>
            <p:ph type="body" idx="1"/>
          </p:nvPr>
        </p:nvSpPr>
        <p:spPr>
          <a:xfrm>
            <a:off x="570271" y="904108"/>
            <a:ext cx="10783529" cy="5272855"/>
          </a:xfrm>
        </p:spPr>
        <p:txBody>
          <a:bodyPr>
            <a:normAutofit/>
          </a:bodyPr>
          <a:lstStyle/>
          <a:p>
            <a:pPr lvl="0"/>
            <a:r>
              <a:rPr lang="en-IN" sz="2400" dirty="0">
                <a:latin typeface="Times New Roman" panose="02020603050405020304" pitchFamily="18" charset="0"/>
                <a:cs typeface="Times New Roman" panose="02020603050405020304" pitchFamily="18" charset="0"/>
              </a:rPr>
              <a:t>Focus promotional campaigns on discount ranges that attract higher customer engagement. </a:t>
            </a:r>
          </a:p>
          <a:p>
            <a:pPr lvl="0"/>
            <a:r>
              <a:rPr lang="en-IN" sz="2400" dirty="0">
                <a:latin typeface="Times New Roman" panose="02020603050405020304" pitchFamily="18" charset="0"/>
                <a:cs typeface="Times New Roman" panose="02020603050405020304" pitchFamily="18" charset="0"/>
              </a:rPr>
              <a:t>Use pricing analysis to maintain competitive and customer-friendly product prices. </a:t>
            </a:r>
          </a:p>
          <a:p>
            <a:pPr lvl="0"/>
            <a:r>
              <a:rPr lang="en-IN" sz="2400" dirty="0">
                <a:latin typeface="Times New Roman" panose="02020603050405020304" pitchFamily="18" charset="0"/>
                <a:cs typeface="Times New Roman" panose="02020603050405020304" pitchFamily="18" charset="0"/>
              </a:rPr>
              <a:t>Identify products with high ratings and reviews to understand successful product characteristics. </a:t>
            </a:r>
          </a:p>
          <a:p>
            <a:pPr lvl="0"/>
            <a:r>
              <a:rPr lang="en-IN" sz="2400" dirty="0">
                <a:latin typeface="Times New Roman" panose="02020603050405020304" pitchFamily="18" charset="0"/>
                <a:cs typeface="Times New Roman" panose="02020603050405020304" pitchFamily="18" charset="0"/>
              </a:rPr>
              <a:t>Analyse price and discount relationships before planning promotional strategies. </a:t>
            </a:r>
          </a:p>
          <a:p>
            <a:pPr lvl="0"/>
            <a:r>
              <a:rPr lang="en-IN" sz="2400" dirty="0">
                <a:latin typeface="Times New Roman" panose="02020603050405020304" pitchFamily="18" charset="0"/>
                <a:cs typeface="Times New Roman" panose="02020603050405020304" pitchFamily="18" charset="0"/>
              </a:rPr>
              <a:t>Regularly monitor product pricing, discounts, ratings, and reviews to support data-driven decisions.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59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EC4C-ED1A-E3EE-C26E-3998BC00F736}"/>
              </a:ext>
            </a:extLst>
          </p:cNvPr>
          <p:cNvSpPr>
            <a:spLocks noGrp="1"/>
          </p:cNvSpPr>
          <p:nvPr>
            <p:ph type="title"/>
          </p:nvPr>
        </p:nvSpPr>
        <p:spPr>
          <a:xfrm>
            <a:off x="393290" y="147483"/>
            <a:ext cx="10429568" cy="795953"/>
          </a:xfrm>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B0B349B-A15C-8BB1-C622-FBE5A6A70BCD}"/>
              </a:ext>
            </a:extLst>
          </p:cNvPr>
          <p:cNvSpPr>
            <a:spLocks noGrp="1"/>
          </p:cNvSpPr>
          <p:nvPr>
            <p:ph type="body" idx="1"/>
          </p:nvPr>
        </p:nvSpPr>
        <p:spPr>
          <a:xfrm>
            <a:off x="462116" y="943436"/>
            <a:ext cx="10891684" cy="5233527"/>
          </a:xfrm>
        </p:spPr>
        <p:txBody>
          <a:bodyPr>
            <a:normAutofit/>
          </a:bodyPr>
          <a:lstStyle/>
          <a:p>
            <a:pPr marL="114300" indent="0" algn="just">
              <a:buNone/>
            </a:pPr>
            <a:r>
              <a:rPr lang="en-IN" sz="2400" dirty="0">
                <a:latin typeface="Times New Roman" panose="02020603050405020304" pitchFamily="18" charset="0"/>
                <a:cs typeface="Times New Roman" panose="02020603050405020304" pitchFamily="18" charset="0"/>
              </a:rPr>
              <a:t>The Tata CLiQ Product Analytics project successfully collected and analysed 640 product records using web scraping and Exploratory Data Analysis techniques. The analysis provided insights into product pricing, discounts, ratings, and customer reviews, along with their relationships. Univariate, Bivariate, and Multivariate Analysis helped identify important patterns in the dataset, while statistical techniques such as Z-Test, T-Test, and Confidence Interval supported the analytical findings. Overall, the project demonstrates how web-scraped e-commerce data can be transformed into meaningful insights for better pricing, promotional, and product-related decisions.</a:t>
            </a:r>
          </a:p>
        </p:txBody>
      </p:sp>
    </p:spTree>
    <p:extLst>
      <p:ext uri="{BB962C8B-B14F-4D97-AF65-F5344CB8AC3E}">
        <p14:creationId xmlns:p14="http://schemas.microsoft.com/office/powerpoint/2010/main" val="519573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DC51C0-6898-BCB1-1B15-9E24A6149F49}"/>
              </a:ext>
            </a:extLst>
          </p:cNvPr>
          <p:cNvSpPr>
            <a:spLocks noGrp="1"/>
          </p:cNvSpPr>
          <p:nvPr>
            <p:ph type="body" idx="1"/>
          </p:nvPr>
        </p:nvSpPr>
        <p:spPr>
          <a:xfrm>
            <a:off x="822222" y="2576052"/>
            <a:ext cx="10547555" cy="1268361"/>
          </a:xfrm>
        </p:spPr>
        <p:txBody>
          <a:bodyPr>
            <a:noAutofit/>
          </a:bodyPr>
          <a:lstStyle/>
          <a:p>
            <a:pPr marL="114300" indent="0" algn="ctr">
              <a:buNone/>
            </a:pPr>
            <a:r>
              <a:rPr lang="en-IN" sz="9600" b="1" i="1" dirty="0">
                <a:latin typeface="Times New Roman" panose="02020603050405020304" pitchFamily="18" charset="0"/>
                <a:cs typeface="Times New Roman" panose="02020603050405020304" pitchFamily="18" charset="0"/>
              </a:rPr>
              <a:t>Queries</a:t>
            </a:r>
            <a:endParaRPr lang="en-IN" sz="96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756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1166</TotalTime>
  <Words>981</Words>
  <Application>Microsoft Office PowerPoint</Application>
  <PresentationFormat>Widescreen</PresentationFormat>
  <Paragraphs>93</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Wingdings</vt:lpstr>
      <vt:lpstr>Arial</vt:lpstr>
      <vt:lpstr>Times New Roman</vt:lpstr>
      <vt:lpstr>Libre Baskerville</vt:lpstr>
      <vt:lpstr>Calibri</vt:lpstr>
      <vt:lpstr>Office Theme</vt:lpstr>
      <vt:lpstr>PowerPoint Presentation</vt:lpstr>
      <vt:lpstr>About Me:</vt:lpstr>
      <vt:lpstr>Agenda</vt:lpstr>
      <vt:lpstr>Introduction:</vt:lpstr>
      <vt:lpstr>Business Problem:</vt:lpstr>
      <vt:lpstr>Business Statement:</vt:lpstr>
      <vt:lpstr>Data Description:</vt:lpstr>
      <vt:lpstr>Data Cleaning:</vt:lpstr>
      <vt:lpstr>Analysis:</vt:lpstr>
      <vt:lpstr>Analysis:</vt:lpstr>
      <vt:lpstr>Analysis:</vt:lpstr>
      <vt:lpstr>Analysis:</vt:lpstr>
      <vt:lpstr>Analysis:</vt:lpstr>
      <vt:lpstr>Testing:</vt:lpstr>
      <vt:lpstr>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shravya satish</cp:lastModifiedBy>
  <cp:revision>3</cp:revision>
  <dcterms:created xsi:type="dcterms:W3CDTF">2021-02-16T05:19:01Z</dcterms:created>
  <dcterms:modified xsi:type="dcterms:W3CDTF">2026-10-10T07:20:43Z</dcterms:modified>
</cp:coreProperties>
</file>